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Tahoma-regular.fntdata"/><Relationship Id="rId14" Type="http://schemas.openxmlformats.org/officeDocument/2006/relationships/slide" Target="slides/slide10.xml"/><Relationship Id="rId16" Type="http://schemas.openxmlformats.org/officeDocument/2006/relationships/font" Target="fonts/Tahom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แนะนำตัว บอกว่าสัปดาห์นี้เป็นสัปดาห์ที่งานโปรแกรมเปลี่ยนจากการต่อระบบเดี่ยว ๆ มาเป็นการเชื่อมทุกอย่างเข้าด้วยกัน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บอกว่าสัปดาห์นี้แบ่งงานเป็น 4 ก้อน และใครทำอะไร จะได้ไม่สับสนตอนอธิบายสไลด์ถัดไป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เน้นว่า MatchDirector คือตัวที่ทำให้ไม่ต้องสร้างซีนแยกตามความยาก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อธิบายว่าเดิมทำ Task ครบแล้วประตูเปิดเลย ซึ่งทำให้ระบบทางออก 2 คนต่อประตูไม่มีความหมาย จึงแก้ใหม่</a:t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ย้ำว่าโหมด 13 Rules คือชื่อเกม และต่างจาก Hard แค่กฎสถานที่ครบ 13 ข้อ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ให้เครดิตนนพัทธ์ชัดเจน ว่าโครงผีเป็นงานของเขา ส่วนการแปลงเป็นมัลติเพลเยอร์เป็นอีกสไลด์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บอกว่านี่คือ Task ตัวแรกที่เล่นได้จริง และทำให้เราวัดเวลาได้</a:t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เน้นว่าปัญหาพวกนี้ไม่เห็นเลยตอนเล่นคนเดียว จะเห็นก็ต่อเมื่อเปิด 2 เครื่องขึ้นไป</a:t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อธิบายว่าเราไม่ได้เดาตัวเลข แต่วัดจริงแล้วพบว่าต้องปรับนิยาม Task</a:t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ไล่ทีละข้อสั้น ๆ พร้อมบอกชื่อคนทำ ปิดท้ายว่าโครงสร้างเสร็จแล้ว</a:t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7200"/>
              <a:buFont typeface="Tahoma"/>
              <a:buNone/>
            </a:pPr>
            <a:r>
              <a:rPr b="1" i="0" lang="en-US" sz="7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13RoH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สรุปงาน Game Programming — สัปดาห์ที่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13 – 19 กันยายน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นำเสนอโดย  นาย ก้องกิดากร ช่วยแจ้ง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Head Programmer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ภาพรวมสัปดาห์นี้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ทีมโปรแกรม 3 คน — งานหลัก 4 ก้อน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4008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64008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Commit ของ Head Programmer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42900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352044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352044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ไฟล์สคริปต์ใหม่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30936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640080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110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640080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KB โค้ดที่เขียนเพิ่ม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8972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928116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4.5 วิ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928116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ผลวัดเวลา Task จริง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097280" y="3794760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และกติกาจบเกม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7955280" y="37947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097280" y="43616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ระบบผีพื้นฐาน (Base Ghost AI)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7955280" y="4361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นนพัทธ์ — Game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097280" y="4928616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 (Ticket Zone)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955280" y="4928616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5495544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548640" y="54955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097280" y="5495544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แปลงทุกระบบให้รองรับผู้เล่นหลายคน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955280" y="549554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— หัวใจของหนึ่งรอบการเล่น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MatchDirector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ทำอะไร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868680" y="246888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อ่านค่าความยากและจำนวนผู้เล่นตอนเริ่มรอบ แล้วตั้งค่าด่านให้เอง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คุมนาฬิกาในเกม 00:00 – 06:00 และเฟสของรอบทั้งหมด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นับโซนที่ทำเสร็จ = เงื่อนไขรอดชีวิต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นับ Task รายคน = เงินที่แต่ละคนได้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ตัดสินว่าใครรอด ใครตาย เมื่อจบรอบ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ทำไมถึงสำคัญ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6629400" y="24688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Server เป็นคนตัดสินทุกอย่าง Client แค่แสดงผล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ยังกด Play ทดสอบคนเดียวได้ ไม่ต้องเปิด Host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ระบบเควสและกฎที่จะทำต่อ มีจุดต่อรออยู่แล้ว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MatchDirector.cs, MatchState.cs, MatchPhase.cs, PlayerOutcome.cs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กติกาจบเกม — 06:00 แยก 3 ทาง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ปรับใหม่ตามที่ทีมสรุปร่วมกัน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fmla="val 2078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804672" y="2011680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804672" y="2011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804672" y="2514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ทำครบทุกโซน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804672" y="30632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ประตูเปิด 1 ชั่วโมงในเกม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ทางออก 3 จุด จุดละ 2 คน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ทีม 6 คนต้องแยกกันออก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804672" y="5029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ผ่านด่าน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343400" y="1783080"/>
            <a:ext cx="3520440" cy="4023360"/>
          </a:xfrm>
          <a:prstGeom prst="roundRect">
            <a:avLst>
              <a:gd fmla="val 2078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599432" y="2011680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4599432" y="2011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4599432" y="2514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ไม่ครบ + ตาย 2 คนขึ้นไป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4599432" y="30632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นาฬิกาหยุดที่ 06:00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เดินนาฬิกาที่สองนับขึ้นแทน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ผีดุขึ้นเรื่อย ๆ ไม่มีเส้นตาย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4599432" y="5029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ทำครบเมื่อไหร่ ค่อยออก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138160" y="1783080"/>
            <a:ext cx="3520440" cy="4023360"/>
          </a:xfrm>
          <a:prstGeom prst="roundRect">
            <a:avLst>
              <a:gd fmla="val 2078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394192" y="2011680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8394192" y="2011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8394192" y="2514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ไม่ครบ + ตายน้อยกว่า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8394192" y="30632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ถูกขังในด่าน 1 ชั่วโมงในเกม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ต้องหากุญแจผีเข้าห้องลับ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ห้องลับมี 3 เข้าได้จริง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8394192" y="5029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ไม่ทันคือตายทั้งหมด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ประตูเปิดตอน 06:00 เท่านั้น — ทำ Task ครบไม่ได้ทำให้ประตูเปิดเร็วขึ้น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 4 ระดับ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เปลี่ยนจำนวนกฎและปริมาณงาน ไม่ใช่จำนวนโซน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548640" y="1874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ระดับ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3017520" y="1874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กฎสถานที่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548640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งานต่อโซน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7589520" y="1874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Sanity Drain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9875520" y="18745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ผีสุ่ม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2286000"/>
            <a:ext cx="11155680" cy="603504"/>
          </a:xfrm>
          <a:prstGeom prst="roundRect">
            <a:avLst>
              <a:gd fmla="val 1212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548640" y="237744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Easy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3017520" y="237744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5486400" y="2377440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+0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589520" y="2377440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0.5 เท่า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9875520" y="237744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 ตัว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2999232"/>
            <a:ext cx="11155680" cy="603504"/>
          </a:xfrm>
          <a:prstGeom prst="roundRect">
            <a:avLst>
              <a:gd fmla="val 1212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548640" y="309067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Normal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3017520" y="309067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5486400" y="3090672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+2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589520" y="3090672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1 เท่า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9875520" y="309067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3 ตัว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3712464"/>
            <a:ext cx="11155680" cy="603504"/>
          </a:xfrm>
          <a:prstGeom prst="roundRect">
            <a:avLst>
              <a:gd fmla="val 1212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548640" y="380390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3017520" y="380390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5 (สุ่มจาก 13)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5486400" y="3803904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+4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589520" y="3803904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 เท่า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9875520" y="380390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4 ตัว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4425696"/>
            <a:ext cx="11155680" cy="603504"/>
          </a:xfrm>
          <a:prstGeom prst="roundRect">
            <a:avLst>
              <a:gd fmla="val 1212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548640" y="451713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13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3017520" y="451713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13 ครบทุกข้อ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5486400" y="4517136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+4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7589520" y="451713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 เท่า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9875520" y="451713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4 ตัว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ทุกระดับต้องทำโซนให้ครบเหมือนกัน — ความยากไม่ได้ลดจำนวนโซน แต่เพิ่มกฎและงานในแต่ละโซน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ระบบผีพื้นฐาน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Base Ghost AI + GhostManager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นนพัทธ์ — Game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โครงสร้างที่วางไว้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868680" y="246888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Enemy_Abstract_Class เป็นคลาสแม่ ให้ผีตัวอื่นสืบทอดต่อได้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4 สถานะ: Patrol / Chase / Search / Distracted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ตรวจจับด้วยสายตา (ระยะ + องศา + Raycast เช็คกำแพง) และการได้ยิน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เดินด้วย NavMesh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TimedGhost + GhostManager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629400" y="24688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ปล่อยผีเป็นรอบ พร้อมไฟกระพริบเตือนก่อนผีมา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ไฟเปิด = ผีจับด้วยสายตา / ไฟดับ = ผีจับจากการขยับ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เข้าใกล้ผู้เล่นแล้ว Jumpscare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LightController ให้ผู้เล่นกด L เปิด-ปิดไฟเองได้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Enemy_Abstract_Class.cs, TimedGhost.cs, GhostManager.cs, LightController.cs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 — Task จริงตัวแรก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Ticket Zone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ทำอะไรได้แล้ว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868680" y="246888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ลูกค้ามีทั้งคนและผี เดินเข้ามาต่อคิวที่เคาน์เตอร์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เลือกรสชาติแล้วกด Make ได้ถังป๊อปคอร์นถือในมือ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ส่งให้ลูกค้าด้วยปุ่ม E — ถูกได้แต้ม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ให้ผีผิดรส เสียเลือด 10 หน่วย ตามตารางกฎของโซน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ความสำคัญ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6629400" y="24688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เป็น Task จริงตัวแรกของเกม ที่เล่นได้ครบวงจร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ทำให้วัดเวลา Task จริงได้เป็นครั้งแรก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เป็นต้นแบบให้อีก 5 โซนที่เหลือ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 UI ในโลกเกมเองทั้งหมดตอนรันไทม์ จอสั่งอาหารและจอเครื่องทำป๊อปคอร์น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PopcornMinigameBootstrap.cs — 7 คลาส, ~38 KB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แปลงทุกระบบให้รองรับผู้เล่นหลายคน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Server-Authoritative ด้วย Mirror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ปัญหาเดิม (เล่นคนเดียวไม่เห็น)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แก้เป็น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2176272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685800" y="2240280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ผีหาผู้เล่นด้วย Tag ครั้งเดียวตอนเริ่ม — ได้คนเดียว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6400800" y="2240280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PlayerRegistry เลือกคนใกล้สุดที่มองเห็นจริง ทุกครั้งที่เช็ค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2798064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685800" y="2862072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AI ผีรันทุกเครื่อง ผีจะอยู่คนละที่บนแต่ละจอ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6400800" y="2862072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AI รันที่ Server เท่านั้น Client รับตำแหน่งมา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57200" y="3419856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685800" y="3483864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Jumpscare ขึ้นทุกจอพร้อมกัน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6400800" y="3483864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TargetRpc ส่งเฉพาะคนที่โดน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57200" y="4041648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685800" y="4105656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 Instantiate เฉพาะเครื่องเดียว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6400800" y="4105656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NetworkServer.Spawn ทุกคนเห็นตรงกัน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57200" y="4663440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685800" y="4727448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สถานะไฟเป็นตัวแปรของแต่ละเครื่อง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6400800" y="4727448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SyncVar ทุกเครื่องเห็นไฟตรงกัน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57200" y="5285232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685800" y="5349240"/>
            <a:ext cx="5394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มินิเกมนับแต้มของตัวเอง 6 เครื่อง 6 คะแนน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6400800" y="5349240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PopcornNetSync ตัดสินที่ Server ที่เดียว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ยังกด Play ทดสอบคนเดียวได้ตามปกติ — ทุกจุดมี NetworkMode คุมโหมดออฟไลน์ไว้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 — วัดเวลา Task จริง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เครื่องมือ Debug ที่ทำให้บาลานซ์ได้จริง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9326880" y="475488"/>
            <a:ext cx="2286000" cy="292608"/>
          </a:xfrm>
          <a:prstGeom prst="roundRect">
            <a:avLst>
              <a:gd fmla="val 50000" name="adj"/>
            </a:avLst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9326880" y="4754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8640" y="1828800"/>
            <a:ext cx="5029200" cy="2011680"/>
          </a:xfrm>
          <a:prstGeom prst="roundRect">
            <a:avLst>
              <a:gd fmla="val 3636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640080" y="205740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4.5 วินาที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640080" y="28346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เวลาเฉลี่ยต่อ 1 Task (วัดจริง 10 ครั้ง)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852160" y="1828800"/>
            <a:ext cx="5760720" cy="2011680"/>
          </a:xfrm>
          <a:prstGeom prst="roundRect">
            <a:avLst>
              <a:gd fmla="val 3636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6172200" y="2011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ปัญหาที่เจอ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6172200" y="237744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ถ้า Task ละ 4.5 วินาที รอบ 15 นาทีจะต้องมี Task มากกว่า 600 อัน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ซึ่งสร้างไม่ไหวและเล่นแล้วน่าเบื่อ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fmla="val 42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868680" y="425196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ทางแก้ — ใช้นิยาม Task ตาม GDD เดิม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 Task = ทำยอดรวมให้ครบ (ขายให้ครบ N คน) ไม่ใช่ลูกค้า 1 คน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ขายครบ 10 คน = 1 Task ≈ 45 วินาที ตรงเป้าพอดี โดยไม่ต้องออกแบบใหม่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เมื่อสร้างโรงหนังจริงแล้ว ระยะเดินจะเพิ่มเวลาให้เองอีก แล้วค่อยวัดซ้ำ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สรุปงาน Game Programming ทั้งหมดสัปดาห์นี้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13 – 19 กันยายน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57200" y="1728216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1188720" y="17830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3566160" y="1783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5394960" y="178308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MatchDirector คุมทั้งรอบ — เฟส นาฬิกาในเกม เงื่อนไขรอดชีวิต และผลของผู้เล่นแต่ละคน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57200" y="2350008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658368" y="2423160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658368" y="2423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1188720" y="240487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กติกาจบเกม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3566160" y="240487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5394960" y="240487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ประตูเปิด 06:00 เท่านั้น ทางออก 3 จุด จุดละ 2 คน และเส้นทางจบเกม 3 แบบ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57200" y="2971800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658368" y="3044952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658368" y="30449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1188720" y="302666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3566160" y="302666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5394960" y="3026664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4 ระดับ รวมโหมด 13 Rules ปรับค่าได้จาก Inspector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457200" y="3593592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58368" y="3666744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658368" y="3666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1188720" y="364845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ระบบผีพื้นฐาน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3566160" y="364845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นนพัทธ์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5394960" y="3648456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Enemy AI 4 สถานะ ตรวจจับด้วยสายตาและเสียง GhostManager ปล่อยผีเป็นรอบ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57200" y="4215384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658368" y="4288536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658368" y="42885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1188720" y="427024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3566160" y="427024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อติโรจน์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5394960" y="427024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Task จริงตัวแรกของเกม ลูกค้าคนและผี เลือกรส ทำ และส่งให้ลูกค้า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7200" y="4837176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658368" y="4910328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658368" y="4910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1188720" y="4892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แปลงเป็นหลายผู้เล่น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3566160" y="48920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5394960" y="48920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ผีและมินิเกมรองรับ 6 คนแล้ว Server ตัดสินทุกอย่าง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57200" y="5458968"/>
            <a:ext cx="11155680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658368" y="5532120"/>
            <a:ext cx="384048" cy="384048"/>
          </a:xfrm>
          <a:prstGeom prst="ellipse">
            <a:avLst/>
          </a:prstGeom>
          <a:solidFill>
            <a:srgbClr val="C4302B"/>
          </a:solidFill>
          <a:ln cap="flat" cmpd="sng" w="12700">
            <a:solidFill>
              <a:srgbClr val="C43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658368" y="5532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1188720" y="5513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3566160" y="55138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ก้องกิดากร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5394960" y="551383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วัดเวลา Task จริงได้ 4.5 วินาที ทำให้รู้ว่าตัวเลขบาลานซ์เดิมตั้งผิด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2B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C4302B"/>
                </a:solidFill>
                <a:latin typeface="Tahoma"/>
                <a:ea typeface="Tahoma"/>
                <a:cs typeface="Tahoma"/>
                <a:sym typeface="Tahoma"/>
              </a:rPr>
              <a:t>ระบบหลังบ้านของเกมพร้อมแล้ว — เหลือเติมเนื้อหาลงไป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