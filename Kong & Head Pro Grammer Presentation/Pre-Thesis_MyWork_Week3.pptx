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slide sets the boundary between my work and my teammate's before anything is claimed.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room remembers one slide, it is this one. Left = mine. Right = Atiroj's. Middle = his idea, my multiplayer rewrite.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loud: I did not invent these features. I made them safe to run over a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three recordings here if there is time. The frames on this slide are pulled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this. The rewrite column is the harder half — changing working code so it behaves identically for one player and correctly for six, without breaking what Atiroj built. None of this is visible in a screenshot of the game; all of it is the reason there is a game to screenshot.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204825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·  WEEK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2395728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work on the Pre-Thesis Demo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3328416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Kongkidakorn Chuayjang  ·  Head Programmer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44256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WEEK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4663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8–12 Sep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61688" y="44256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361688" y="4663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Pre-Thesis Demo  ·  Unity 6.5 + Mirror + EOS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065008" y="442569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6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PROGRAMMER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065008" y="466344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Atiroj Kemwanicha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650992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in this deck is traceable to a commit in the team repository.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mine, and what is not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has two programmers. This slide draws the line so nothing later is ambiguous.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920240"/>
            <a:ext cx="3611880" cy="3785616"/>
          </a:xfrm>
          <a:prstGeom prst="roundRect">
            <a:avLst>
              <a:gd name="adj" fmla="val 151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77824" y="2139696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77824" y="21396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5237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by me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962656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system (encrypted)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creation &amp; matchmaking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browser data layer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online mode switch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Scene-persistence utilities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tooling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HUD root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71416" y="1920240"/>
            <a:ext cx="3611880" cy="3785616"/>
          </a:xfrm>
          <a:prstGeom prst="roundRect">
            <a:avLst>
              <a:gd name="adj" fmla="val 1519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82312" y="2139696"/>
            <a:ext cx="2286000" cy="274320"/>
          </a:xfrm>
          <a:prstGeom prst="roundRect">
            <a:avLst>
              <a:gd name="adj" fmla="val 46667"/>
            </a:avLst>
          </a:prstGeom>
          <a:solidFill>
            <a:srgbClr val="6E6876"/>
          </a:solidFill>
          <a:ln w="12700">
            <a:solidFill>
              <a:srgbClr val="6E687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82312" y="21396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THEIRS, REWRITTEN BY ME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782312" y="252374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ownership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782312" y="2926080"/>
            <a:ext cx="30175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Atiroj designed and wrote these as single-player systems. I rewrote them to run under server authority for six players.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782312" y="3858768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system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damage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movement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First-person camera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bar UI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375904" y="1920240"/>
            <a:ext cx="3227832" cy="3785616"/>
          </a:xfrm>
          <a:prstGeom prst="roundRect">
            <a:avLst>
              <a:gd name="adj" fmla="val 17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0" y="2139696"/>
            <a:ext cx="2103120" cy="274320"/>
          </a:xfrm>
          <a:prstGeom prst="roundRect">
            <a:avLst>
              <a:gd name="adj" fmla="val 46667"/>
            </a:avLst>
          </a:prstGeom>
          <a:solidFill>
            <a:srgbClr val="5487B0"/>
          </a:solidFill>
          <a:ln w="12700">
            <a:solidFill>
              <a:srgbClr val="5487B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0" y="21396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ATIROJ'S WORK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0" y="252374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mine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0" y="2926080"/>
            <a:ext cx="26517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Atiroj and merged into my branch. I am not claiming any of it.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3712464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single-player design of the systems in the middle column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Downed / revive feature (≈180 lines)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Gameplay prop setup in test scenes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588873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this split: my own commits versus the three merges that brought Atiroj's work in.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Kongkidakorn Chuayjang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 ·  01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Encrypted save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53167" y="365760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53167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5760720" cy="3931920"/>
          </a:xfrm>
          <a:prstGeom prst="roundRect">
            <a:avLst>
              <a:gd name="adj" fmla="val 13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96112" y="184708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2860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progression as AES-256 encrypted JSON — not readable or editable in a text editor.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automatically before the first scene, so no system has to ask whether a save exists.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static source of truth — no component keeps its own copy to drift out of sync.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items capped at one copy, removed on drop, trade or death.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Inspector shows live save contents during Play, so progression bugs are visible without a debugger.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0256" y="1627632"/>
            <a:ext cx="4983480" cy="3931920"/>
          </a:xfrm>
          <a:prstGeom prst="roundRect">
            <a:avLst>
              <a:gd name="adj" fmla="val 13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949440" y="1847088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I want to defend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22860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encryption key is not stored as one string. It is split into four byte arrays and assembled at runtime.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999232"/>
            <a:ext cx="4389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single string to grep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 of the binary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9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keyPart1 … keyPart4 → GetKey()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3913632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determined attacker with the binary still wins — true of any client-side save. The achievable goal is narrower: make casual save editing not worth the effort, which is what damages a co-op economy.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76072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347 lines  ·  4 files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Kongkidakorn Chuayjang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 ·  02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creation &amp; matchmaking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53167" y="365760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53167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4572000" cy="3931920"/>
          </a:xfrm>
          <a:prstGeom prst="roundRect">
            <a:avLst>
              <a:gd name="adj" fmla="val 13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1390a9ce-40b9-5e21-8a81-99b2e23edd0b/scratchpad/img/ev_menu_butt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83664"/>
            <a:ext cx="3749040" cy="21579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my playtest recording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96112" y="4443984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Room opens a lobby on Epic's service and starts hosting. Find Room searches and returns every open room.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31536" y="1627632"/>
            <a:ext cx="6172200" cy="1207008"/>
          </a:xfrm>
          <a:prstGeom prst="roundRect">
            <a:avLst>
              <a:gd name="adj" fmla="val 454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05856" y="1847088"/>
            <a:ext cx="365760" cy="365760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705856" y="1847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181344" y="17556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room is a data contract, not a button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81344" y="2103120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difficulty, player limit and privacy live in one validated structure. The UI cannot create a room the join path can't read.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31536" y="2980944"/>
            <a:ext cx="6172200" cy="1207008"/>
          </a:xfrm>
          <a:prstGeom prst="roundRect">
            <a:avLst>
              <a:gd name="adj" fmla="val 454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05856" y="3200400"/>
            <a:ext cx="365760" cy="365760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705856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181344" y="31089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browser knows before you join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181344" y="345643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room advertises map, difficulty, lock state and a live 2/6 player count — so a player picks a room instead of gambling.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31536" y="4334256"/>
            <a:ext cx="6172200" cy="1207008"/>
          </a:xfrm>
          <a:prstGeom prst="roundRect">
            <a:avLst>
              <a:gd name="adj" fmla="val 454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705856" y="4553712"/>
            <a:ext cx="365760" cy="365760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705856" y="4553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181344" y="446227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Passwords are never a room attribute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181344" y="4809744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read Epic's lobby API: attributes marked private are still readable by anyone searching. So the password is verified after joining.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66928" y="576072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450 lines  ·  5 files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Kongkidakorn Chuayjang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 ·  03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Making Atiroj's systems multiplayer-safe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247327" y="365760"/>
            <a:ext cx="2377440" cy="274320"/>
          </a:xfrm>
          <a:prstGeom prst="roundRect">
            <a:avLst>
              <a:gd name="adj" fmla="val 46667"/>
            </a:avLst>
          </a:prstGeom>
          <a:solidFill>
            <a:srgbClr val="6E6876"/>
          </a:solidFill>
          <a:ln w="12700">
            <a:solidFill>
              <a:srgbClr val="6E687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47327" y="365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DESIGN · MY REWRITE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444752"/>
            <a:ext cx="110578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Atiroj wrote the interaction and health systems as single-player code, which is the right way to write them. My job was the rewrite that makes them survive six players and a hostile client.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3218688" y="199339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single-player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333488" y="199339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server-authoritative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6928" y="230428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41248" y="2304288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3218688" y="230428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E ran the door's code directly on the machine that pressed it.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33488" y="230428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asks the server which object it wants. The server re-checks distance before opening anything.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20040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41248" y="3200400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&amp; damage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218688" y="320040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collider applied damage locally, so each machine saw a different health value.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333488" y="3200400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server applies damage; health syncs outward. Every player sees the same number.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096512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41248" y="4096512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control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3218688" y="409651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copy of the player prefab read the keyboard — one key press moved all of them.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333488" y="4096512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locally owned player reads input. Remote copies are driven by the network.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4992624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41248" y="4992624"/>
            <a:ext cx="2286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 joiners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3218688" y="499262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player joining after a door opened saw it closed.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333488" y="4992624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is re-applied on connect, so the world is consistent mid-run.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92531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where it is due: the features are Atiroj's. The networking model they now run on is mine.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Kongkidakorn Chuayjang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 ·  04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Letting the team test without hosting a match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253167" y="365760"/>
            <a:ext cx="1371600" cy="274320"/>
          </a:xfrm>
          <a:prstGeom prst="roundRect">
            <a:avLst>
              <a:gd name="adj" fmla="val 46667"/>
            </a:avLst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53167" y="365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MINE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3977640" cy="3931920"/>
          </a:xfrm>
          <a:prstGeom prst="roundRect">
            <a:avLst>
              <a:gd name="adj" fmla="val 13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/tmp/claude-0/-home-claude/1390a9ce-40b9-5e21-8a81-99b2e23edd0b/scratchpad/img/ev_offline_hierarch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288" y="1865376"/>
            <a:ext cx="2788920" cy="2542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96112" y="4498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TestWalk in Play mode — props still present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37176" y="1627632"/>
            <a:ext cx="6766560" cy="3931920"/>
          </a:xfrm>
          <a:prstGeom prst="roundRect">
            <a:avLst>
              <a:gd name="adj" fmla="val 13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5166360" y="1847088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5166360" y="2212848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switches off every scene object carrying a network identity so the server controls when it appears. Correct in a match — and it means a teammate pressing Play in a test scene watches every prop vanish.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166360" y="3072384"/>
            <a:ext cx="6126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built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3493008"/>
            <a:ext cx="6126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offline check every system consults, so gameplay code is written once and behaves correctly with or without a server.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spawner that places a test player and restores the objects Mirror disabled — and does nothing once a match is running.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 helpers so the Epic manager and HUD survive scene changes instead of being destroyed mid-match.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574243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note: this took three attempts. The first two assumed Mirror disables objects before Awake — it does not.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Kongkidakorn Chuayjang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 ·  12 SEP 2026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Playtest — two machines, one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3200400" cy="3200400"/>
          </a:xfrm>
          <a:prstGeom prst="roundRect">
            <a:avLst>
              <a:gd name="adj" fmla="val 1714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tmp/claude-0/-home-claude/1390a9ce-40b9-5e21-8a81-99b2e23edd0b/scratchpad/img/ev_hierarchy_2p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92224"/>
            <a:ext cx="2286000" cy="17739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Player(Clone) in one scene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841248" y="3931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and joined client both present.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059936" y="1572768"/>
            <a:ext cx="4206240" cy="3200400"/>
          </a:xfrm>
          <a:prstGeom prst="roundRect">
            <a:avLst>
              <a:gd name="adj" fmla="val 1714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tmp/claude-0/-home-claude/1390a9ce-40b9-5e21-8a81-99b2e23edd0b/scratchpad/img/ev_gameview_remo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792224"/>
            <a:ext cx="3785616" cy="21396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70248" y="40050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player, seen from my client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558784" y="1572768"/>
            <a:ext cx="3044952" cy="3200400"/>
          </a:xfrm>
          <a:prstGeom prst="roundRect">
            <a:avLst>
              <a:gd name="adj" fmla="val 1802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pic>
        <p:nvPicPr>
          <p:cNvPr id="12" name="Image 2" descr="/tmp/claude-0/-home-claude/1390a9ce-40b9-5e21-8a81-99b2e23edd0b/scratchpad/img/ev_console_jo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1792224"/>
            <a:ext cx="2606040" cy="112471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78240" y="3017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established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8778240" y="3328416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resolved the host's Epic user ID and connected through it — no IP address involved.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66928" y="4956048"/>
            <a:ext cx="11057839" cy="1207008"/>
          </a:xfrm>
          <a:prstGeom prst="roundRect">
            <a:avLst>
              <a:gd name="adj" fmla="val 454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896112" y="51206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supplied with this deck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896112" y="5413248"/>
            <a:ext cx="10607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13-48-04.mp4  (0:54)  — offline sandbox: interactables stay present, damage trigger fires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15-35-02.mp4  (1:18)  — creating a room on Epic and starting the host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15-35-42.mp4  (0:40)  — second client finds the room, joins, both players appear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Kongkidakorn Chuayjang</a:t>
            </a:r>
            <a:endParaRPr lang="en-US" sz="950" dirty="0"/>
          </a:p>
        </p:txBody>
      </p:sp>
      <p:sp>
        <p:nvSpPr>
          <p:cNvPr id="19" name="Text 1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WORK  ·  05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Bugs I found by reading, not guessing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444752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had a plausible wrong explanation that would have cost days. I found the real cause in the library's own source.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389888" y="19568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133088" y="19568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CAUSE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193024" y="195681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2267712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414016"/>
            <a:ext cx="402336" cy="402336"/>
          </a:xfrm>
          <a:prstGeom prst="ellipse">
            <a:avLst/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2414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89888" y="2267712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would not compile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133088" y="2267712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Epic SDKs installed at once, colliding on the same native library.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8193024" y="2267712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unused one. 0 errors, 0 warnings.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035808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182112"/>
            <a:ext cx="402336" cy="402336"/>
          </a:xfrm>
          <a:prstGeom prst="ellipse">
            <a:avLst/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1821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035808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joined an empty world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133088" y="303580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 can spawn a prefab it references; a client can only spawn one that is registered.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193024" y="3035808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the checkout mismatch.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803904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3950208"/>
            <a:ext cx="402336" cy="402336"/>
          </a:xfrm>
          <a:prstGeom prst="ellipse">
            <a:avLst/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950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89888" y="3803904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disappeared on Play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133088" y="3803904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disables scene objects after Awake, so an Awake-time fix runs too early.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8193024" y="3803904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Rewrote the fix to watch across frames.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66928" y="4572000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4718304"/>
            <a:ext cx="402336" cy="402336"/>
          </a:xfrm>
          <a:prstGeom prst="ellipse">
            <a:avLst/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7183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389888" y="4572000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rejected with InvalidUser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133088" y="4572000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login is asynchronous; the button could be pressed before login finished.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8193024" y="4572000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room creation on login state.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6928" y="5340096"/>
            <a:ext cx="11057839" cy="694944"/>
          </a:xfrm>
          <a:prstGeom prst="roundRect">
            <a:avLst>
              <a:gd name="adj" fmla="val 7895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22960" y="5486400"/>
            <a:ext cx="402336" cy="402336"/>
          </a:xfrm>
          <a:prstGeom prst="ellipse">
            <a:avLst/>
          </a:prstGeom>
          <a:solidFill>
            <a:srgbClr val="7D5316"/>
          </a:solidFill>
          <a:ln w="12700">
            <a:solidFill>
              <a:srgbClr val="7D531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486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389888" y="5340096"/>
            <a:ext cx="2651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did nothing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4133088" y="5340096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relied on a tag the spawned prefab did not carry.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193024" y="5340096"/>
            <a:ext cx="3154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by component instead of tag.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Kongkidakorn Chuayjang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am doing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892808"/>
            <a:ext cx="420624" cy="420624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481328" y="1764792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browser UI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64792"/>
            <a:ext cx="6419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already returns every open room with map, difficulty, lock state and player count. Nothing draws it yet — that is my next build.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706624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59536" y="2953512"/>
            <a:ext cx="420624" cy="420624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2953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2825496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match into a real scene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825496"/>
            <a:ext cx="6419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test currently runs in the menu scene. Next is a proper level load with players spawning into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67328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9536" y="4014216"/>
            <a:ext cx="420624" cy="420624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9536" y="40142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3886200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Private-room passwords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886200"/>
            <a:ext cx="6419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is settled — verified after joining, never advertised. Implementation is mine.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4828032"/>
            <a:ext cx="11057839" cy="914400"/>
          </a:xfrm>
          <a:prstGeom prst="roundRect">
            <a:avLst>
              <a:gd name="adj" fmla="val 6000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9536" y="5074920"/>
            <a:ext cx="420624" cy="420624"/>
          </a:xfrm>
          <a:prstGeom prst="ellipse">
            <a:avLst/>
          </a:prstGeom>
          <a:solidFill>
            <a:srgbClr val="D08A28"/>
          </a:solidFill>
          <a:ln w="12700">
            <a:solidFill>
              <a:srgbClr val="D08A2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9536" y="5074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481328" y="4946904"/>
            <a:ext cx="3246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the 13 Rules system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4946904"/>
            <a:ext cx="64190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thesis of the game, still unstarted. I want it under way before it becomes the thing we ran out of time for.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59436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will report against this list in next week's personal presentation.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Kongkidakorn Chuayjang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20" kern="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 ·  12 AUG – 12 SEP 2026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40080"/>
            <a:ext cx="110578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EB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 have built so far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14954" cy="3529584"/>
          </a:xfrm>
          <a:prstGeom prst="roundRect">
            <a:avLst>
              <a:gd name="adj" fmla="val 1561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59536" y="17739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D08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from scratch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139696"/>
            <a:ext cx="298094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encrypted save system with auto-load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items capped at 1, lost on drop or death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Inspector for live save contents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creation on EOS → Mirror host, and room search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data contract: map, difficulty, limit, privacy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/ online mode switch + scene persistence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tooling for network setup checks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37914" y="1554480"/>
            <a:ext cx="3514954" cy="3529584"/>
          </a:xfrm>
          <a:prstGeom prst="roundRect">
            <a:avLst>
              <a:gd name="adj" fmla="val 1561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30522" y="17739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9B95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Rewritten for multiplayer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630522" y="2139696"/>
            <a:ext cx="298094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→ client asks, server validates range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damage → server-only, synced outward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control → only the owned player reads input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→ remote cameras and listeners disabled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joiners → state re-applied on connect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bar UI → binds to the local player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08899" y="1554480"/>
            <a:ext cx="3514954" cy="3529584"/>
          </a:xfrm>
          <a:prstGeom prst="roundRect">
            <a:avLst>
              <a:gd name="adj" fmla="val 1561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401507" y="177393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E9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Verified working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8401507" y="2139696"/>
            <a:ext cx="2980944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machines in one session over Epic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players spawn, move and see each other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created with full config carried across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sandbox scenes run with no server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F0E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compiles with 0 errors and 0 warnings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5340096"/>
            <a:ext cx="2585923" cy="768096"/>
          </a:xfrm>
          <a:prstGeom prst="roundRect">
            <a:avLst>
              <a:gd name="adj" fmla="val 7143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68096" y="54406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08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1,360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1883664" y="5440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written from scratch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90595" y="5340096"/>
            <a:ext cx="2585923" cy="768096"/>
          </a:xfrm>
          <a:prstGeom prst="roundRect">
            <a:avLst>
              <a:gd name="adj" fmla="val 7143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591763" y="54406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9B95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1,461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707331" y="5440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rewritten for multiplayer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14262" y="5340096"/>
            <a:ext cx="2585923" cy="768096"/>
          </a:xfrm>
          <a:prstGeom prst="roundRect">
            <a:avLst>
              <a:gd name="adj" fmla="val 7143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15430" y="54406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08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7530998" y="5440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of my own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37930" y="5340096"/>
            <a:ext cx="2585923" cy="768096"/>
          </a:xfrm>
          <a:prstGeom prst="roundRect">
            <a:avLst>
              <a:gd name="adj" fmla="val 7143"/>
            </a:avLst>
          </a:prstGeom>
          <a:solidFill>
            <a:srgbClr val="1E1E26"/>
          </a:solidFill>
          <a:ln w="9525">
            <a:solidFill>
              <a:srgbClr val="2A2A34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239098" y="544068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08A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10354666" y="5440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bugs root-caused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6382512"/>
            <a:ext cx="6095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Work Report  |  Kongkidakorn Chuayjang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095848" y="6382512"/>
            <a:ext cx="552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D0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Pre-Thesis Demo - Personal Work Report - Week 3</dc:title>
  <dc:subject>PptxGenJS Presentation</dc:subject>
  <dc:creator>Kongkidakorn Chuayjang</dc:creator>
  <cp:lastModifiedBy>Kongkidakorn Chuayjang</cp:lastModifiedBy>
  <cp:revision>1</cp:revision>
  <dcterms:created xsi:type="dcterms:W3CDTF">2026-09-12T12:36:16Z</dcterms:created>
  <dcterms:modified xsi:type="dcterms:W3CDTF">2026-09-12T12:36:16Z</dcterms:modified>
</cp:coreProperties>
</file>