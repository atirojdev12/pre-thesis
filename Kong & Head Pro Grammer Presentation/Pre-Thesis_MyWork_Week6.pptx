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สไลด์ชุดนี้พูดเฉพาะงานที่ผมทำเองในสัปดาห์ที่ 6 ตั้งแต่ลูปการเล่นทั้งด่าน ล็อบบี้แบบ 3 มิติ ร้านค้า กฎของไอเทม ไปจนถึงเครื่องมือสำหรับทดสอบ และบั๊กที่แก้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ภาพรวมก่อน สัปดาห์นี้ผม commit 21 ครั้ง เขียนสคริปต์ใหม่ 15 ไฟล์ ประมาณ 210 KB งานหลักแบ่งเป็น 5 ก้อน แล้วจะลงรายละเอียดทีละก้อน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อาจารย์อยากเห็นการส่งเกมให้คนอื่นเล่นแล้วเก็บ Feedback ตอนนี้ยังทดสอบเต็มรูปแบบไม่ได้เพราะเพื่อนยังไม่ว่าง แต่ได้ Feedback เบื้องต้นแล้ว 4 ข้อ คือล็อบบี้ยังอธิบายไม่พอ รสชาติป๊อปคอร์นแยกไม่ออก และไม่มีภาษาไทย ฝั่งผมเตรียมตัวเกมที่ Build แล้ว และโหมด Spectate ไว้ดูผู้ทดสอบเล่นแล้ว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ตอนนี้เล่นได้ครบหนึ่งด่านแล้ว เริ่ม 00:00 ทำ Task ให้ครบทั้ง 2 โซน พอถึง 06:00 ประตูจะเรืองแสง มีเวลาหนีอีก 1 ชั่วโมง ถ้า 07:00 ยังอยู่ข้างในก็ตาย จบแล้วมีหน้าสรุปผล รอดได้เงินตาม Task ตายได้ค่าปลอบใจ 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เพื่อนใช้ไมค์ราคาถูก เสียงคีย์บอร์ดเลยดังจนแถบไมค์แดง ผมจึงทำระบบลดเสียงรบกวนกับ Noise Gate เสียงคลิกสั้นกว่า 30 ms จะไม่ผ่าน และทำมิเตอร์เสียง 2 แถบ ส่งค่าไปให้ Server เพื่อให้ผีรู้ว่าใครเสียงดังเกินไป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วันที่ 30 ทดสอบแล้วผีพัง Client เห็นผี 2 ตัว ไฟดับแค่ Host และผีไม่ทำดาเมจ สาเหตุคือไฟล์ผีเวอร์ชันเล่นคนเดียวถูก Pull เข้ามาทับ ผมเลยกู้ระบบ Multiplayer ของ Week 4 กลับมา แล้วรวมฟีเจอร์ใหม่ของนนพัทธ์เข้าไปด้วย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ล็อบบี้ไม่ได้เป็นแค่หน้าจออีกแล้ว ผู้เล่นมีตัวละครเดินได้ ซื้อวิทยุที่ร้านค้า ฝึกมินิเกมป๊อปคอร์นกับขายตั๋วแบบไม่เสียอะไร และมีกระดานให้กด Ready, Start หรือเตะผู้เล่น วันที่ 3 เพิ่มป้ายบอกให้กด L ปิดไฟเมื่อผีมาใกล้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ไอเทมถาวรมีได้ 1 ชิ้นต่อชนิดในเซฟ ถ้าตายของจะตกให้เพื่อนเก็บ ถ้ารอดของที่ถือออกมาเป็นของเรา ถือของซ้ำได้แต่ชิ้นที่สองเป็น Spare ใช้ไม่ได้ มีไว้ส่งให้เพื่อน และวันที่ 3 ปิดช่องโหว่ที่กดออกกลางเกมแล้วไม่เสียของ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ทำเครื่องมือช่วยทดสอบ 2 อย่าง แผงโกงกด F1 ใช้ข้ามเวลา ทำบอร์ดครบ หรือหยุดผีเพื่อทดสอบเร็วขึ้น และโหมด Spectate เข้าไปดูเกมได้โดยไม่ต้องเป็นผู้เล่น ทั้งสองอย่างมีเฉพาะ Development Build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บั๊กใหญ่ของสัปดาห์ ทีมจัดเป็น Major Bug ถ้าเครื่องไหนไม่มีไมค์หรือไมค์ถูกบล็อก เกมจะลองเปิดไมค์ใหม่ทุกเฟรม ทำให้กระตุกทั้งด่าน และการอ่านไมค์ยังสร้างขยะหน่วยความจำประมาณ 190 KB ต่อวินาที ผมแก้ให้ลองใหม่ทุก 3 วินาที และใช้ Buffer เดิมซ้ำ ตอนนี้ขยะเป็น 0 บทเรียนคือโค้ดที่รันทุกเฟรมห้ามสร้างหน่วยความจำใหม่ และห้ามเรียกฟังก์ชันช้าของระบบ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ปัญหาอื่นที่แก้สัปดาห์นี้ ที่ยากคือถูกเตะแล้วตัวละครค้าง เพราะ EOS ไม่บอก Mirror ว่าตัดการเชื่อมต่อ และ Spectate มองไม่เห็นผู้เล่นเพราะ Mirror ส่งของในฉากให้เฉพาะคนที่มีตัวละคร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เอาไว้ตอบถ้าอาจารย์อยากเห็นหลักฐานว่าทำอะไรวันไหน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สรุปงานทั้งหมดของผมสัปดาห์นี้ 7 ก้อน ตั้งแต่ลูปการเล่นทั้งด่าน ไปจนถึงเครื่องมือทดสอบและบั๊กที่แก้ ขอบคุณครับ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งานของผม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13RoH — สัปดาห์ที่ 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28 กันยายน – 4 ตุลาคม 2026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37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นาย ก้องกิดากร ช่วยแจ้ง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Head Programmer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สรุปงานของผมสัปดาห์นี้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จากเกมที่เข้าห้องได้ เป็นเกมที่เล่นครบหนึ่งด่าน มีล็อบบี้ให้ฝึก และมีเครื่องมือช่วยทดสอบ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7178" cy="1234440"/>
          </a:xfrm>
          <a:prstGeom prst="roundRect">
            <a:avLst>
              <a:gd name="adj" fmla="val 5926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72768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12848"/>
            <a:ext cx="238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90138" y="1463040"/>
            <a:ext cx="2567178" cy="1234440"/>
          </a:xfrm>
          <a:prstGeom prst="roundRect">
            <a:avLst>
              <a:gd name="adj" fmla="val 5926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90138" y="1572768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81578" y="2212848"/>
            <a:ext cx="238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สคริปต์ใหม่ที่เขียนเอง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1636" y="1463040"/>
            <a:ext cx="2567178" cy="1234440"/>
          </a:xfrm>
          <a:prstGeom prst="roundRect">
            <a:avLst>
              <a:gd name="adj" fmla="val 5926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1636" y="1572768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~210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323076" y="2212848"/>
            <a:ext cx="238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KB โค้ดในไฟล์ใหม่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73134" y="1463040"/>
            <a:ext cx="2567178" cy="1234440"/>
          </a:xfrm>
          <a:prstGeom prst="roundRect">
            <a:avLst>
              <a:gd name="adj" fmla="val 5926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73134" y="1572768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64574" y="2212848"/>
            <a:ext cx="238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ระบบใหม่ / ระบบที่ปรับใหญ่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058668"/>
            <a:ext cx="329184" cy="3291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30586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ลูปการเล่นทั้งด่าน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97180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นาฬิกา 00:00 – 07:00 บอร์ด Task ประตูทางออก และหน้าสรุปผล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584448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3671316"/>
            <a:ext cx="329184" cy="3291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36713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5844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เสียงพูด: ลดเสียงรบกวน + มิเตอร์เสียง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3584448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ตัดเสียงพัดลม/คีย์บอร์ด และวัดว่าผู้เล่นเสียงดังแค่ไหน (ให้ผีใช้)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197096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4283964"/>
            <a:ext cx="329184" cy="3291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2839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419709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ผีแบบออนไลน์กลับมาใช้ได้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532120" y="4197096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กู้ระบบ Multiplayer ของผี และรวมฟีเจอร์ใหม่ของนนพัทธ์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809744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4896612"/>
            <a:ext cx="329184" cy="3291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3232" y="48966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88720" y="480974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ล็อบบี้ 3 มิติ ร้านค้า และจุดฝึก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532120" y="4809744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เดินในล็อบบี้ ซื้อวิทยุ ฝึกมินิเกม กระดาน Ready/Start และเตะผู้เล่น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422392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3232" y="5509260"/>
            <a:ext cx="329184" cy="3291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13232" y="55092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54223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กฎของไอเทม + เครื่องมือทดสอบ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532120" y="5422392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ของตกเมื่อตาย สำเนาสำรอง แผงโกง (F1) และโหมด Spectate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คำแนะนำจากอาจารย์สัปดาห์ที่ 5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ส่งเกมให้คนอื่นลองเล่น แล้วเก็บ Feedback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555480" y="411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5548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กำลังทำ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630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“ให้ส่งเกมให้คนอื่นทดลองเล่น และเก็บ Feedback จากผู้เล่น”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394960" cy="3611880"/>
          </a:xfrm>
          <a:prstGeom prst="roundRect">
            <a:avLst>
              <a:gd name="adj" fmla="val 2025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สถานะตอนนี้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108960"/>
            <a:ext cx="5029200" cy="2862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ยังทดสอบเต็มรูปแบบไม่ได้ — เพื่อนที่จะมาเล่นยังไม่ว่าง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ได้ผลเบื้องต้นจากการลองให้เล่นแล้ว (ขวามือ)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เตรียมไว้แล้ว: ตัวเกมที่ Build แล้วให้เพื่อนเปิดเล่นได้เลย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เตรียมไว้แล้ว: โหมด Spectate ดูผู้ทดสอบเล่นได้โดยไม่ต้องเข้าไปเป็นผู้เล่น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45352" y="2468880"/>
            <a:ext cx="5394960" cy="3611880"/>
          </a:xfrm>
          <a:prstGeom prst="roundRect">
            <a:avLst>
              <a:gd name="adj" fmla="val 2025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73952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Feedback ที่ได้แล้ว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28232" y="3108960"/>
            <a:ext cx="5029200" cy="2862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ดูแค่ในล็อบบี้ ยังเข้าใจยากว่าต้องทำอะไร และอะไรคืออะไร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โซนจำลองในล็อบบี้ยังอธิบายไม่พอ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รสชาติป๊อปคอร์นไม่มีอะไรบอกว่าอันไหนคืออันไหน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ไม่มีภาษาไทยเลย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ลูปการเล่นทั้งด่าน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 – 30 ก.ย. — เริ่มด่าน ทำ Task หนี แล้วดูผล ครบในรอบเดียว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962302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38528"/>
            <a:ext cx="16879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00:00 เริ่มคืน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67712"/>
            <a:ext cx="16879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นาฬิกาเดินในเกม 1 ชม. = 2.5 นาที (ตอนทดสอบตั้งให้สั้นลง)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5400000">
            <a:off x="2593238" y="2075688"/>
            <a:ext cx="155448" cy="237744"/>
          </a:xfrm>
          <a:prstGeom prst="rtTriangl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0982" y="1463040"/>
            <a:ext cx="1962302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68142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68142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968142" y="1938528"/>
            <a:ext cx="16879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 Task ให้ครบ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68142" y="2267712"/>
            <a:ext cx="16879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โซน: บอร์ดป๊อปคอร์น 4 รายการ และบอร์ดตั๋ว 6 รายการ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875581" y="2075688"/>
            <a:ext cx="155448" cy="237744"/>
          </a:xfrm>
          <a:prstGeom prst="rtTriangl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13325" y="1463040"/>
            <a:ext cx="1962302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0485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0485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50485" y="1938528"/>
            <a:ext cx="16879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06:00 ประตูเรืองแสง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50485" y="2267712"/>
            <a:ext cx="16879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เปิดเมื่อทุกโซนเสร็จ และถึง 06:00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5400000">
            <a:off x="7157923" y="2075688"/>
            <a:ext cx="155448" cy="237744"/>
          </a:xfrm>
          <a:prstGeom prst="rtTriangl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95667" y="1463040"/>
            <a:ext cx="1962302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32827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32827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532827" y="1938528"/>
            <a:ext cx="16879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06:00 – 07:00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532827" y="2267712"/>
            <a:ext cx="16879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ชั่วโมงสุดท้าย ผีออกล่า 07:00 ใครยังอยู่ข้างใน = ตาย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 rot="5400000">
            <a:off x="9440266" y="2075688"/>
            <a:ext cx="155448" cy="237744"/>
          </a:xfrm>
          <a:prstGeom prst="rtTriangl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78010" y="1463040"/>
            <a:ext cx="1962302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15170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1517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815170" y="1938528"/>
            <a:ext cx="16879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หน้าสรุปผล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815170" y="2267712"/>
            <a:ext cx="16879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หนีรอด / ตาย / ล้มกี่ครั้ง / Task / เงิน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200400"/>
            <a:ext cx="5394960" cy="2880360"/>
          </a:xfrm>
          <a:prstGeom prst="roundRect">
            <a:avLst>
              <a:gd name="adj" fmla="val 254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3337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เงินและหน้าสรุปผล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3840480"/>
            <a:ext cx="5029200" cy="213055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รอด: จำนวน Task ของตัวเอง × 10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ตาย: ได้ 10 เป็นค่าปลอบใจ พร้อมข้อความเสียใจด้วย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เงินนับขึ้นจาก 0 แล้วบันทึกลงเซฟครั้งเดียว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รายชื่อผู้เล่น: ยังเล่นอยู่ / หนีแล้ว / ตาย / ออกไป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45352" y="3200400"/>
            <a:ext cx="5394960" cy="2880360"/>
          </a:xfrm>
          <a:prstGeom prst="roundRect">
            <a:avLst>
              <a:gd name="adj" fmla="val 254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73952" y="3337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หลังจบรอบของตัวเอง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28232" y="3840480"/>
            <a:ext cx="5029200" cy="213055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คนที่จบแล้วคุยกันได้ (เสียงธรรมดา ไม่ 3D)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คนที่ยังเล่นอยู่ไม่ได้ยินคนที่จบแล้ว และกลับกัน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ผีไม่สนใจคนที่หนีแล้ว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แก้บั๊ก: ร่างคนที่หนีแล้วตกทะลุพื้น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MatchDirector.cs, ZoneTaskList.cs, ExitPoint.cs, MatchHUD.cs, MatchResultsUI.cs · Tools › Pre-Thesis › Setup Gameplay Loop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เสียงพูด: ลดเสียงรบกวน + มิเตอร์เสียง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 ก.ย. — ไมค์ราคาถูกทำให้เสียงคีย์บอร์ดดังจนแถบไมค์ขึ้นแดง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962302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38528"/>
            <a:ext cx="16879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ไมค์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67712"/>
            <a:ext cx="16879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อัดเสียง 48 kHz ทีละ 10 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5400000">
            <a:off x="2593238" y="2075688"/>
            <a:ext cx="155448" cy="237744"/>
          </a:xfrm>
          <a:prstGeom prst="rtTriangl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0982" y="1463040"/>
            <a:ext cx="1962302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68142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68142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968142" y="1938528"/>
            <a:ext cx="16879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ลดเสียงรบกวน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68142" y="2267712"/>
            <a:ext cx="16879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ตัดเสียงพัดลม / เสียงซ่า ที่ดังคงที่ (ลดได้ ~12 dB ตอนทดสอบ)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875581" y="2075688"/>
            <a:ext cx="155448" cy="237744"/>
          </a:xfrm>
          <a:prstGeom prst="rtTriangl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13325" y="1463040"/>
            <a:ext cx="1962302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0485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0485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50485" y="1938528"/>
            <a:ext cx="16879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Noise Gate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50485" y="2267712"/>
            <a:ext cx="16879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เปิดเมื่อดังต่อเนื่อง 30 ms — เสียงคลิกคีย์บอร์ดสั้นกว่านั้นจึงไม่ผ่าน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5400000">
            <a:off x="7157923" y="2075688"/>
            <a:ext cx="155448" cy="237744"/>
          </a:xfrm>
          <a:prstGeom prst="rtTriangl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95667" y="1463040"/>
            <a:ext cx="1962302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32827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32827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532827" y="1938528"/>
            <a:ext cx="16879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มิเตอร์เสียง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532827" y="2267712"/>
            <a:ext cx="16879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MIC + GAME ส่งให้ Server ~10 ครั้ง/วินาที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 rot="5400000">
            <a:off x="9440266" y="2075688"/>
            <a:ext cx="155448" cy="237744"/>
          </a:xfrm>
          <a:prstGeom prst="rtTriangl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78010" y="1463040"/>
            <a:ext cx="1962302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15170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1517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815170" y="1938528"/>
            <a:ext cx="16879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ให้ผีใช้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815170" y="2267712"/>
            <a:ext cx="16879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ผีรู้ได้ว่าใคร “ดังเกินไป”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200400"/>
            <a:ext cx="5394960" cy="2880360"/>
          </a:xfrm>
          <a:prstGeom prst="roundRect">
            <a:avLst>
              <a:gd name="adj" fmla="val 254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3337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มิเตอร์ 2 แถบ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3840480"/>
            <a:ext cx="5029200" cy="213055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MIC: เสียงพูดจากไมค์จริง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GAME: เสียงในเกม เดิน 0.3 / วิ่ง 0.6 / วิทยุในกระเป๋า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เขียว → เหลือง → แดง พร้อมเส้นบอกระดับ “ดังเกินไป”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ลากย้ายตำแหน่งมิเตอร์บนจอได้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45352" y="3200400"/>
            <a:ext cx="5394960" cy="2880360"/>
          </a:xfrm>
          <a:prstGeom prst="roundRect">
            <a:avLst>
              <a:gd name="adj" fmla="val 254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73952" y="3337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หน้าตั้งค่าแบบแท็บ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28232" y="3840480"/>
            <a:ext cx="5029200" cy="213055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แท็บ: ทั่วไป / การแสดงผล / เสียง / ปุ่มควบคุม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เลือกไมค์, เปิด/ปิด ลดเสียงรบกวน และ Gate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 Gate ปรับได้ (ค่าเริ่มต้น −45 dB)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แผงทดสอบเสียง F8 มีเฉพาะ Development Build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VoiceNoiseProcessor.cs, PlayerNoise.cs, NoiseMeterHUD.cs, SettingsPanel.cs, VoiceDebugOverlay.cs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ผีแบบออนไลน์กลับมาใช้ได้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ต.ค. — หลัง Pull ไฟล์ผีเวอร์ชันเก่า (เล่นคนเดียว) เข้ามาทับ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อาการที่เจอ (ทดสอบ 30 ก.ย.)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3200400" cy="29077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Client เห็นผี 2 ตัว และตัวหนึ่งไม่หายไป ขวางทาง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ไฟดับแค่ฝั่ง Host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ผีไม่ทำดาเมจ และไล่แค่ Host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5968" y="14630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44568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วิธีแก้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98848" y="2103120"/>
            <a:ext cx="3200400" cy="29077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กู้ระบบ Multiplayer ของผีจาก Week 4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ผีคิดบน Server เท่านั้น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ภาพตกใจแสดงเฉพาะคนที่โดน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สถานะไฟเหมือนกันทุกเครื่อง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83296" y="1463040"/>
            <a:ext cx="3557016" cy="3657600"/>
          </a:xfrm>
          <a:prstGeom prst="roundRect">
            <a:avLst>
              <a:gd name="adj" fmla="val 2057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11896" y="160020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รวมของใหม่ของนนพัทธ์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66176" y="2103120"/>
            <a:ext cx="3191256" cy="29077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ในที่มืด เข้าใกล้ 3 ม. = ผีรู้ตัว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ในที่มืด เสียงดังเกินไป = ผีรู้ตัว (ทุกคน ไม่ใช่แค่คนเดียว)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ผีไม่ไล่คนที่หนีแล้ว และคนที่ล้มอยู่ (3 ต.ค.)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34924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5349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บทเรียน: ก่อนแก้ระบบไหน ต้องดูประวัติ Git ก่อนเสมอ — ไฟล์เก่าที่ Pull เข้ามาทับ ทำให้ระบบที่เคยทำเสร็จแล้วพังได้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GhostManager.cs, TimedGhost.cs, Enemy_Abstract_Class.cs, PlayerRegistry.cs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ล็อบบี้ 3 มิติ ร้านค้า และจุดฝึก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– 3 ต.ค. — ผู้เล่นมีตัวละครเดินในล็อบบี้ ก่อนเริ่มเกม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ร้านค้า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3200400" cy="19933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E ที่เคาน์เตอร์ เปิดหน้าซื้อของ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วิทยุราคา 100 — ไม่ได้ฟรีแล้ว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ซื้อแล้วได้ของในมือทันที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หักเงินจากเซฟของตัวเอง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5968" y="14630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44568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จุดฝึกมินิเกม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98848" y="2103120"/>
            <a:ext cx="3200400" cy="19933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ป๊อปคอร์น + เครื่องดื่ม และขายตั๋ว ของจริงจากด่าน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ฝึกแล้วไม่ได้เงิน และไม่โดนดาเมจ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ป้ายบอกวิธีเล่นแต่ละโซน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ป้ายใหม่: ผีมาใกล้ กด L ปิดไฟ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83296" y="1463040"/>
            <a:ext cx="3557016" cy="2743200"/>
          </a:xfrm>
          <a:prstGeom prst="roundRect">
            <a:avLst>
              <a:gd name="adj" fmla="val 2667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11896" y="160020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กระดานล็อบบี้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66176" y="2103120"/>
            <a:ext cx="3191256" cy="19933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ลูกทีมกด E = Ready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Host กด E = Start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Host กด E ค้าง 1.5 วิ ที่ชื่อ = เตะ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ยังใช้ปุ่ม M ได้เหมือนเดิม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91672" cy="1645920"/>
          </a:xfrm>
          <a:prstGeom prst="roundRect">
            <a:avLst>
              <a:gd name="adj" fmla="val 4444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57200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อื่น ๆ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074920"/>
            <a:ext cx="10725912" cy="89611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ตั้งชื่อห้องได้ และค้นหาห้องด้วยชื่อใน Room Browser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คนที่ถูกเตะกลับเข้าห้องได้ · ปุ่ม Kick ในเมนู M ด้วย (กดยืนยัน 2 ครั้ง)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สร้างล็อบบี้ทั้งหมดได้จาก Editor (Tools › Pre-Thesis) — ตอนนี้ทีมแต่งฉากต่อเองแล้ว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LobbyBuilder.cs, LobbyBoard.cs, ShopTerminal.cs, ShopUI.cs, OverlayPanels.cs, RoHRoomManager.cs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กฎของไอเทมและเซฟ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– 3 ต.ค. — ของมีค่า ต้องเสียได้ และส่งต่อให้เพื่อนได้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32888" cy="1325880"/>
          </a:xfrm>
          <a:prstGeom prst="roundRect">
            <a:avLst>
              <a:gd name="adj" fmla="val 5517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38528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ซื้อในล็อบบี้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67712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ไอเทมถาวร 1 ชิ้นต่อชนิดในเซฟ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5400000">
            <a:off x="3163824" y="2007108"/>
            <a:ext cx="155448" cy="237744"/>
          </a:xfrm>
          <a:prstGeom prst="rtTriangl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1463040"/>
            <a:ext cx="2532888" cy="1325880"/>
          </a:xfrm>
          <a:prstGeom prst="roundRect">
            <a:avLst>
              <a:gd name="adj" fmla="val 5517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38728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38728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38728" y="1938528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พาเข้าด่าน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38728" y="2267712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เริ่มด่านด้วยของไม่ซ้ำ (สูงสุด 1 ชิ้น/ชนิด)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5400000">
            <a:off x="6016752" y="2007108"/>
            <a:ext cx="155448" cy="237744"/>
          </a:xfrm>
          <a:prstGeom prst="rtTriangl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4496" y="1463040"/>
            <a:ext cx="2532888" cy="1325880"/>
          </a:xfrm>
          <a:prstGeom prst="roundRect">
            <a:avLst>
              <a:gd name="adj" fmla="val 5517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1656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91656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91656" y="1938528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ตาย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91656" y="2267712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ของทุกชิ้นตกที่พื้น เพื่อนเก็บได้ — เราเสียของ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5400000">
            <a:off x="8869680" y="2007108"/>
            <a:ext cx="155448" cy="237744"/>
          </a:xfrm>
          <a:prstGeom prst="rtTriangl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07424" y="1463040"/>
            <a:ext cx="2532888" cy="1325880"/>
          </a:xfrm>
          <a:prstGeom prst="roundRect">
            <a:avLst>
              <a:gd name="adj" fmla="val 5517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44584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44584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244584" y="1938528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รอด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244584" y="2267712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ของที่ถือออกมา = ของเรา (เก็บของเพื่อนได้)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01752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31546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สำเนาสำรอง (Spare)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3657600"/>
            <a:ext cx="5029200" cy="2313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ถือของซ้ำได้ ชิ้นที่ 2 เป็น SPARE ใช้ไม่ได้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มีไว้กด Q ทิ้งให้เพื่อนอย่างเดียว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กลับล็อบบี้แล้ว Spare ยังอยู่ ส่งคืนเพื่อนได้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เริ่มด่านใหม่ = เหลือ 1 ชิ้นต่อชนิด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45352" y="301752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73952" y="31546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ปิดช่องโหว่ (3 ต.ค.)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28232" y="3657600"/>
            <a:ext cx="5029200" cy="2313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Leave / Alt-F4 กลางด่าน = เหมือนตาย เสียของที่พามา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ของของคนที่ออก ตกที่พื้นให้เพื่อนเก็บ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Host ออก / เน็ตหลุด / เกมเด้ง = ไม่เสียของ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ซื้อของที่ถืออยู่แล้วไม่ได้ (เคยเสียเงินฟรี)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PlayerInventory.cs, PlayerItemThrow.cs, MatchResultsUI.cs, RoHRoomManager.cs, ShopUI.cs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 เครื่องมือสำหรับทดสอบ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– 3 ต.ค. — มีเฉพาะใน Development Build ไม่มีในตัวเกมจริง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617720"/>
          </a:xfrm>
          <a:prstGeom prst="roundRect">
            <a:avLst>
              <a:gd name="adj" fmla="val 1584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แผงโกง (กด F1)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5029200" cy="386791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เงิน +100 / +1000, รีเซ็ตเซฟ, ให้วิทยุ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อมตะ, เติมเลือด, ล้ม, ตาย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บินทะลุกำแพง (Noclip)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 +1 ชม., ทำบอร์ดครบ, เปิดประตูทันที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เปิด/ปิดไฟ, หยุดผี, วาร์ปไปหาผี, เห็นตำแหน่งผี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คำสั่งที่กระทบทุกคน ส่งให้ Server ตัดสิน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ใช้คำสั่งฝั่ง Server ได้เมื่อ Host เป็น Development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394960" cy="4617720"/>
          </a:xfrm>
          <a:prstGeom prst="roundRect">
            <a:avLst>
              <a:gd name="adj" fmla="val 1584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3952" y="1600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โหมด Spectate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28232" y="2103120"/>
            <a:ext cx="5029200" cy="386791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 Spectate ใน Room Browser เข้าดูห้องได้แม้ห้องเต็มหรือกำลังเล่น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ไม่มีตัวละคร ไม่มีใครเห็น ผีไม่สนใจ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บินอิสระ หรือกด E / Q ตามผู้เล่น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กล้องตามผู้เล่นเองหลังเปลี่ยนฉาก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กดเมาส์ซ้ายค้างพูด: ผู้เล่นใกล้ ๆ ได้ยินแบบ 3D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 6 คนรับ Spectate เพิ่มได้ 3 คน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DevCheatPanel.cs, DevSpectatorCamera.cs, SpectatorSession.cs, RoomPasswordAuthenticator.cs, VoiceNetwork.cs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บั๊กใหญ่ของสัปดาห์: ไมค์ทำเกมกระตุก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ทีมจัดเป็น Major Bug — เจอตอนตรวจโค้ดทั้งโปรเจค 2 ต.ค. แก้แล้ว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ผู้เล่นเจออะไร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3200400" cy="226771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ไม่มีไมค์ / ไมค์ถูก Windows บล็อก / แอปอื่นใช้ไมค์อยู่ → เกมกระตุกทั้งด่าน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มีไมค์ปกติก็ยังสะดุดเป็นพัก 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5968" y="14630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44568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สาเหตุ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98848" y="2103120"/>
            <a:ext cx="3200400" cy="226771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เปิดไมค์ไม่ติด → ลองใหม่ทุกเฟรม (60+ ครั้ง/วินาที) และถาม Windows ทุกครั้ง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อ่านไมค์ทีไรสร้าง Array ใหม่ ~190 KB/วินาที → Garbage Collector หยุดเกม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83296" y="1463040"/>
            <a:ext cx="3557016" cy="3017520"/>
          </a:xfrm>
          <a:prstGeom prst="roundRect">
            <a:avLst>
              <a:gd name="adj" fmla="val 2424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11896" y="160020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วิธีแก้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66176" y="2103120"/>
            <a:ext cx="3191256" cy="226771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ลองเปิดไมค์ใหม่ทุก 3 วินาที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อ่านไมค์ทีละ 256 ค่า ใช้ Buffer เดิมซ้ำ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ผล: ขยะหน่วยความจำ 0 byte ต่อเฟรม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5408676" cy="1234440"/>
          </a:xfrm>
          <a:prstGeom prst="roundRect">
            <a:avLst>
              <a:gd name="adj" fmla="val 5926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818888"/>
            <a:ext cx="5408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60+ → 0.33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458968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ครั้งที่ลองเปิดไมค์ / วินาที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1636" y="4709160"/>
            <a:ext cx="5408676" cy="1234440"/>
          </a:xfrm>
          <a:prstGeom prst="roundRect">
            <a:avLst>
              <a:gd name="adj" fmla="val 5926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1636" y="4818888"/>
            <a:ext cx="5408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~190 KB → 0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323076" y="5458968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ขยะหน่วยความจำ / วินาที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ปัญหาอื่นที่เจอและวิธีแก้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หาสาเหตุให้เจอก่อน แล้วค่อยแก้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566160"/>
                <a:gridCol w="3593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9A44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ปัญหา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9A44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สาเหตุ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9A44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วิธีแก้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ถูกเตะแล้วตัวละครค้าง เข้าใหม่มีผู้เล่นซ้ำ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EOS ตัดการเชื่อมต่อแต่ไม่แจ้ง Mirror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แก้ EOS Transport ให้แจ้ง Mirror ทุกครั้ง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Spectate มองไม่เห็นผู้เล่น แต่ได้ยินเสียง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Mirror ส่งของในฉากให้เฉพาะคนที่มีตัวละคร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ส่งของทั้งหมดให้ Spectate ตอนโหลดฉากเสร็จ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ร่างคนที่หนีแล้วตกทะลุพื้น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ปิด Collider ของร่างที่ยังมีแรงโน้มถ่วง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หยุดร่างไว้กับที่แทน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ผีตบคนที่ล้ม ไม่มีดาเมจ เสียรอบผีฟรี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ผีเช็คแค่คนตาย ไม่เช็คคนล้ม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ผีไม่ไล่ / ไม่ตบคนที่ล้ม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Host กด Start ตอนเพื่อนยังโหลดไม่เสร็จ เพื่อนหลุด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เช็คแค่คนที่มีที่นั่งแล้ว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รอทุกคนโหลดเสร็จก่อนถึงเริ่มได้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Build ไม่ผ่านหลัง Merge (script layout)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Unity ไม่ Compile ไฟล์ที่มาใหม่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เปิดโปรเจคใหม่ให้ Compile ก่อน Build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Commit ของผมสัปดาห์นี้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28 กันยายน – 4 ตุลาคม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02336"/>
          </a:xfrm>
          <a:prstGeom prst="roundRect">
            <a:avLst>
              <a:gd name="adj" fmla="val 18182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 ก.ย.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41732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เสียง: มิเตอร์เสียง, ลดเสียงรบกวน + Gate, ตั้งค่าแบบแท็บ, F8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5440680" cy="402336"/>
          </a:xfrm>
          <a:prstGeom prst="roundRect">
            <a:avLst>
              <a:gd name="adj" fmla="val 18182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9280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 ก.ย.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89280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ปรับเสียงรบกวน: Gate −45 dB, แถบ MIC +8 dB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68296"/>
            <a:ext cx="5440680" cy="402336"/>
          </a:xfrm>
          <a:prstGeom prst="roundRect">
            <a:avLst>
              <a:gd name="adj" fmla="val 18182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36829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 ก.ย.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36829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Prototype gameplay loop and match 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43784"/>
            <a:ext cx="5440680" cy="402336"/>
          </a:xfrm>
          <a:prstGeom prst="roundRect">
            <a:avLst>
              <a:gd name="adj" fmla="val 18182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8437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 ก.ย.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84378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หลังจบด่าน: รายชื่อผู้เล่น, เสียงตอนจบ, แก้ตกทะลุพื้น, บอร์ดตั๋ว 6 บรรทัด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19272"/>
            <a:ext cx="5440680" cy="402336"/>
          </a:xfrm>
          <a:prstGeom prst="roundRect">
            <a:avLst>
              <a:gd name="adj" fmla="val 18182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3192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 ก.ย.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31927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Tune Cinema gameplay objectives and pacing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5440680" cy="402336"/>
          </a:xfrm>
          <a:prstGeom prst="roundRect">
            <a:avLst>
              <a:gd name="adj" fmla="val 18182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79476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 ก.ย.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379476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Enable SSAO and clean URP settings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270248"/>
            <a:ext cx="5440680" cy="402336"/>
          </a:xfrm>
          <a:prstGeom prst="roundRect">
            <a:avLst>
              <a:gd name="adj" fmla="val 18182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2702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 ก.ย.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427024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ปรับบาลานซ์ Task (2 commit)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745736"/>
            <a:ext cx="5440680" cy="402336"/>
          </a:xfrm>
          <a:prstGeom prst="roundRect">
            <a:avLst>
              <a:gd name="adj" fmla="val 18182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74573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ต.ค.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74573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Ghost: กู้ Multiplayer ของ Week 4 + รวมฟีเจอร์ของนนพัทธ์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221224"/>
            <a:ext cx="5440680" cy="402336"/>
          </a:xfrm>
          <a:prstGeom prst="roundRect">
            <a:avLst>
              <a:gd name="adj" fmla="val 18182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522122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ต.ค.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508760" y="522122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ล็อบบี้ 3 มิติ, ร้านค้า, จุดฝึก, ชื่อห้อง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696712"/>
            <a:ext cx="5440680" cy="402336"/>
          </a:xfrm>
          <a:prstGeom prst="roundRect">
            <a:avLst>
              <a:gd name="adj" fmla="val 18182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569671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ต.ค.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569671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Lobby: สร้างจุดฝึกป๊อปคอร์นใหม่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99632" y="1417320"/>
            <a:ext cx="5440680" cy="402336"/>
          </a:xfrm>
          <a:prstGeom prst="roundRect">
            <a:avLst>
              <a:gd name="adj" fmla="val 18182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36792" y="141732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ต.ค.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159752" y="141732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แก้แมทวิทยุ (สีม่วงใน Build)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99632" y="1892808"/>
            <a:ext cx="5440680" cy="402336"/>
          </a:xfrm>
          <a:prstGeom prst="roundRect">
            <a:avLst>
              <a:gd name="adj" fmla="val 18182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36792" y="189280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ต.ค.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159752" y="189280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เตะผู้เล่น, ของตกเมื่อตาย, แก้หลุดตอนถูกเตะ (EOS)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99632" y="2368296"/>
            <a:ext cx="5440680" cy="402336"/>
          </a:xfrm>
          <a:prstGeom prst="roundRect">
            <a:avLst>
              <a:gd name="adj" fmla="val 18182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36792" y="236829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ต.ค.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159752" y="236829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ปรับความยากสำหรับเทส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99632" y="2843784"/>
            <a:ext cx="5440680" cy="402336"/>
          </a:xfrm>
          <a:prstGeom prst="roundRect">
            <a:avLst>
              <a:gd name="adj" fmla="val 18182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336792" y="28437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ต.ค.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7159752" y="284378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แผงโกง F1, สำเนาสำรอง, แก้ร้านค้า/หยิบของ/เตะ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99632" y="3319272"/>
            <a:ext cx="5440680" cy="402336"/>
          </a:xfrm>
          <a:prstGeom prst="roundRect">
            <a:avLst>
              <a:gd name="adj" fmla="val 18182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36792" y="33192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ต.ค.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7159752" y="331927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Spectator + แก้บั๊ก (ออกกลางด่าน, ล้ม, ผี, ไมค์, ล็อบบี้)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99632" y="3794760"/>
            <a:ext cx="5440680" cy="402336"/>
          </a:xfrm>
          <a:prstGeom prst="roundRect">
            <a:avLst>
              <a:gd name="adj" fmla="val 18182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336792" y="379476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ต.ค.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7159752" y="379476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 Shop กลับ (หายตอนแก้บั๊กซื้อของ)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199632" y="4270248"/>
            <a:ext cx="5440680" cy="402336"/>
          </a:xfrm>
          <a:prstGeom prst="roundRect">
            <a:avLst>
              <a:gd name="adj" fmla="val 18182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336792" y="42702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ต.ค.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7159752" y="427024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ป้ายบอกวิธีกันผีไล่ (กด L)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199632" y="4745736"/>
            <a:ext cx="5440680" cy="402336"/>
          </a:xfrm>
          <a:prstGeom prst="roundRect">
            <a:avLst>
              <a:gd name="adj" fmla="val 18182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336792" y="474573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ต.ค.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7159752" y="474573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 Spectate ไม่เห็นผู้เล่นที่เข้าก่อน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199632" y="5221224"/>
            <a:ext cx="5440680" cy="402336"/>
          </a:xfrm>
          <a:prstGeom prst="roundRect">
            <a:avLst>
              <a:gd name="adj" fmla="val 18182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336792" y="522122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ต.ค.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7159752" y="522122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แก้บั๊กโหมด Spectate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 21 commit (ไม่นับ merge 2 ครั้ง) · ปรับบาลานซ์ Task นับเป็น 2 · มี 1 commit ชื่อ “.”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สรุปงานทั้งหมดที่ผมทำสัปดาห์นี้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28 กันยายน – 4 ตุลาคม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17904"/>
            <a:ext cx="329184" cy="3291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41732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ลูปการเล่นทั้งด่าน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417320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00:00 – 07:00, บอร์ด Task 2 โซน, ประตูทางออก, หน้าสรุปผลและเงิน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157984"/>
            <a:ext cx="329184" cy="3291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157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05740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ลดเสียงรบกวน + มิเตอร์เสียง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057400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Noise Gate ตัดเสียงคีย์บอร์ด, มิเตอร์ MIC/GAME ให้ผีใช้, ตั้งค่าแบบแท็บ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2798064"/>
            <a:ext cx="329184" cy="3291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69748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ผีแบบออนไลน์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697480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กู้ Multiplayer ของผี + รวมฟีเจอร์ของนนพัทธ์, ผีไม่ไล่คนที่ล้ม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438144"/>
            <a:ext cx="329184" cy="3291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33756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ล็อบบี้ 3 มิติ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3337560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ร้านค้า, จุดฝึก, ป้ายวิธีเล่น, กระดาน Ready/Start, เตะผู้เล่น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4078224"/>
            <a:ext cx="329184" cy="3291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078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397764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กฎของไอเทมและเซฟ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892040" y="3977640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ของตกเมื่อตาย, Spare ส่งให้เพื่อน, ออกกลางด่าน = เสียของ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617720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4718304"/>
            <a:ext cx="329184" cy="3291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3232" y="4718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461772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เครื่องมือทดสอบ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892040" y="4617720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แผงโกง F1 และโหมด Spectate (Development Build)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257800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5358384"/>
            <a:ext cx="329184" cy="3291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3232" y="5358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188720" y="525780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แก้บั๊ก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892040" y="5257800"/>
            <a:ext cx="6446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Major Bug ไมค์ทำเกมกระตุก, เตะแล้วค้าง, Spectate มองไม่เห็นผู้เล่น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 21 commit · 15 สคริปต์ใหม่ · ~210 KB · 7 ระบบใหม่ / ระบบที่ปรับใหญ่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8B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งานของผม — 13RoH สัปดาห์ที่ 6</dc:title>
  <dc:subject>PptxGenJS Presentation</dc:subject>
  <dc:creator>Kongkidakorn Chuayjang</dc:creator>
  <cp:lastModifiedBy>Kongkidakorn Chuayjang</cp:lastModifiedBy>
  <cp:revision>1</cp:revision>
  <dcterms:created xsi:type="dcterms:W3CDTF">2026-10-03T12:36:13Z</dcterms:created>
  <dcterms:modified xsi:type="dcterms:W3CDTF">2026-10-03T12:36:13Z</dcterms:modified>
</cp:coreProperties>
</file>