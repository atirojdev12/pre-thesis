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สไลด์ชุดนี้พูดเฉพาะงานที่ผมทำเองในสัปดาห์ที่ 7 ได้แก่ ความมืดเมื่อไฟดับ ไฟฉายและแบตเตอรี่ ความยากที่มีผลกับ Task จริง ระบบสติตาม GDD ใหม่ ห้องเก็บของในล็อบบี้ และบั๊ก Unity Editor ค้างที่แก้ได้แล้ว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ภาพรวมก่อน สัปดาห์นี้ผม commit งานเกม 5 ครั้ง เขียนสคริปต์ใหม่ 16 ไฟล์ ประมาณ 150 KB งานหลักแบ่งเป็น 7 ก้อน แล้วจะลงรายละเอียดทีละก้อน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อาจารย์ให้คำแนะนำ 2 เรื่อง คือ Visual ของเกมยังช้าเกินไป และให้กำหนด Pillar ของเกมให้ชัดขึ้น ฝั่งโปรแกรมสัปดาห์นี้ช่วยเรื่องบรรยากาศได้ส่วนหนึ่ง คือความมืดจริง แสงไฟฉาย และเอฟเฟกต์ตอนสติต่ำ ส่วน Visual หลักอย่างโมเดลและฉากเป็นงานฝ่ายศิลป์ และ Pillar เป็นเรื่องที่ทั้งทีมต้องกำหนดร่วมกัน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เมื่อผีดับไฟ ตอนแรกภาพแค่เป็นสีเทาแต่ยังมองเห็นชัด เพราะแสงสะท้อนจาก Skybox ยังสว่างอยู่ ผมจึงลดแสงสะท้อนเหลือ 5 เปอร์เซ็นต์ ใส่หมอกดำ และแสงรอบตัวเล็กน้อย ตอนนี้ไฟดับแล้วมองเห็นได้แค่ประมาณ 6 เมตร และปรับค่าได้ด้วยแถบเลื่อน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เมื่อมืดแล้วผู้เล่นต้องมีไฟ ไฟฉายมี 2 แบบ แบบฟรีแสงสั้นและต้องกด Space รัว ๆ เพื่อชาร์จ แบบซื้อ 150 แสงไกลกว่าและใช้แบตเตอรี่ กด R เปลี่ยนแบต แบตราคา 25 ถือได้ 3 ก้อนในช่องเดียว ทุกคนเห็นแสงของกันและกัน และตัวเลขทั้งหมดอยู่ในไฟล์ตั้งค่าที่ Game Designer ปรับเองได้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ก่อนหน้านี้เลือกความยาก 13 Rules ก็ได้ Task เท่ากับ Easy ตอนนี้เป้าหมายแต่ละบรรทัดบนบอร์ดคือ ค่าพื้นฐาน บวกค่าตามความยาก บวกค่าสุ่มตามจำนวนผู้เล่น Server เป็นคนคำนวณ ทุกคนเห็นเท่ากัน ความยากคุมแค่จำนวนผี ไม่ยุ่งกับเวลาหรือความแรงของผี เพราะผีแต่ละตัวมีวิธีเกิดของตัวเอง ตอนทดสอบใน Development Build กด F2 ดูค่าความยาก และ F3 ดู Task Timer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ระบบสติทำตาม GDD ใหม่ของทีม สติลดเมื่อเห็นผี อยู่คนเดียวในที่มืดนานเกิน 20 วินาที หรือทำผิดกฎ สติเพิ่มเมื่อสวดมนต์ ถ้าสวดคนเดียวจะเพิ่มช้า ถ้าถือหนังสือสวดมนต์ พระเครื่อง หรือไม้กางเขนจะเพิ่มเร็ว ถ้าไม่มีของต้องสวดกับเพื่อน และกินขนมหรือป้อนให้เพื่อนได้ Server เป็นคนคิดค่าสติ ทุกคนเห็นตรงกัน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สติมี 3 ระดับ ปกติไม่มีผลอะไร หวาดกลัวขอบจอจะมืด สติแตกจะได้ยินเสียงหัวใจ เห็นเพื่อนเป็นเงาผี และฟื้นเลือดไม่ได้ ถ้าสติเหลือ 0 จะโดน Jumpscare และเสียเลือด 5 ซึ่งเป็นค่าชั่วคราวรอปรับสมดุล ตัวเลขทั้งหมดอยู่ในไฟล์ตั้งค่าให้ Game Designer และเตรียมช่องให้ระบบกฎ 13 ข้อเรียกใช้ได้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ห้องเก็บของเริ่มจากบั๊ก ซื้อของตอนช่องเต็มแล้วของหาย ไม่ตกพื้น และซื้อใหม่ก็ไม่ได้ เพราะเซฟบันทึกว่ามีของแล้วแต่ใส่ช่องไม่ได้ ผมจึงทำห้องเก็บของ มีห้องเดียวใช้ร่วมกัน แต่แต่ละคนเห็นแค่ของตัวเอง เข้าด่านจะเอาไปแค่ของในช่อง ของในห้องเก็บปลอดภัยแม้ตาย และทำเครื่องมือสร้างจุดเกิด 6 จุดในล็อบบี้ใหม่ด้วย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บั๊กใหญ่ของสัปดาห์ Unity Editor ค้างตลอดเมื่อ Host กด Start รอบที่สอง เกมที่ Build แล้วไม่เป็น ทำให้ทีมต้อง Build เกมใหม่ทุกครั้งที่จะทดสอบ ผมเขียนเครื่องมือบันทึก log ชื่อ FreezeProbe แล้วเจอว่า Unity ค้างตอนลบตัวละครในล็อบบี้ที่มีเสียง ในเฟรมเดียวกับที่เริ่มโหลดแผนที่ แก้โดยลบตัวละครก่อน รอ 2 เฟรม แล้วค่อยโหลดแผนที่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ปัญหาอื่นที่แก้สัปดาห์นี้ ส่วนใหญ่เป็นเรื่องที่เจอระหว่างทำระบบใหม่ เช่น ไฟดับแล้วแค่เป็นสีเทา ความยากไม่มีผลกับ Task หน้าจอ Debug ทับกัน และร้านค้าที่ของล้นจอ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เอาไว้ตอบถ้าอาจารย์อยากเห็นหลักฐานว่าทำอะไรวันไหน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สรุปงานทั้งหมดของผมสัปดาห์นี้ 7 ก้อน ตั้งแต่ความมืดและไฟฉาย ความยากที่มีผลจริง ระบบสติ ห้องเก็บของ ไปจนถึงบั๊ก Editor ค้างที่แก้ได้แล้ว ขอบคุณครับ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งานของผม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4864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13RoH — สัปดาห์ที่ 7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3383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– 10 ตุลาคม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นาย ก้องกิดากร ช่วยแจ้ง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Head Programmer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สรุปงานของผมสัปดาห์นี้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เกมมืดจริงเมื่อไฟดับ มีไฟฉาย มีหลอดสติ และความยากมีผลกับ Task จริง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581912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1463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ความมืดเมื่อไฟดับ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94960" y="14630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ไฟดับแล้วมองเห็นแค่ใกล้ ๆ ด้วยหมอกดำ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10312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221992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221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43000" y="2103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ไฟฉาย 2 แบบ + แบตเตอรี่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94960" y="21031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แบบฟรีหมุนชาร์จ / แบบซื้อใช้แบต + ไฟล์ตั้งค่าให้ Game Designer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74320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2862072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43000" y="2743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ความยากเปลี่ยน Task จริง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94960" y="27432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 Task เพิ่มตามความยากและจำนวนผู้เล่น + หน้าจอ F2 / F3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38328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3502152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3000" y="33832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ระบบสติ (Sanity)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94960" y="33832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หลอดสติ 3 ระดับ ตาม GDD ใหม่ของทีม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402336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5800" y="4142232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4300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ห้องเก็บของในล็อบบี้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394960" y="40233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แก้บั๊กซื้อของตอนช่องเต็ม + จุดเกิดในล็อบบี้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466344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85800" y="4782312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5800" y="4782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43000" y="4663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ร้านค้าเลื่อนได้ + จัดเมนู Tools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394960" y="46634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ของในร้านล้นจอ / เมนูเครื่องมือของทีมจัดเป็นหมวด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48640" y="530352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85800" y="5422392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5800" y="5422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43000" y="5303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แก้บั๊ก Unity Editor ค้าง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394960" y="53035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กลับมาทดสอบใน Unity ได้ ไม่ต้อง Build ทุกครั้ง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คำแนะนำจากอาจารย์สัปดาห์ที่ 6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Visual ของเกมยังช้าเกินไป และ Pillar ของเกมยังไม่ชัด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012680" y="429768"/>
            <a:ext cx="1627632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12680" y="42976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รับทราบ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11091672" cy="7772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4630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“Visual ของเกมยังล่าช้าเกินไป และอยากให้กำหนด Pillar ของเกมให้ชัดเจนขึ้น”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5486400" cy="26517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ฝั่งโปรแกรมที่ช่วยเรื่องบรรยากาศสัปดาห์นี้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3090672"/>
            <a:ext cx="512064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ไฟดับแล้วมืดจริง + หมอกดำ (ไม่ใช่แค่ภาพเทา)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แสงไฟฉายที่ทุกคนเห็น กะพริบเมื่อแบตใกล้หมด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สติต่ำ: ขอบจอมืด และเห็นเพื่อนเป็นเงาผี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Visual หลัก (โมเดล Texture ฉาก) เป็นงานฝ่ายศิลป์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53912" y="2468880"/>
            <a:ext cx="5486400" cy="26517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Pillar ของเกม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36792" y="3090672"/>
            <a:ext cx="512064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ต้องกำหนดร่วมกันทั้งทีม (Design + Programming + Art)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ระบบสติสัปดาห์นี้ทำตาม GDD ฉบับใหม่ของทีม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ความมืดเมื่อไฟดับ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ต.ค. — ไฟดับแล้วต้องมองเห็นได้แค่ใกล้ ๆ ไม่ใช่แค่ภาพเทา ๆ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962302" cy="14630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1938528"/>
            <a:ext cx="16879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ไฟดับ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304288"/>
            <a:ext cx="16879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ผีดับไฟ (สถานะไฟซิงก์จาก Server)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93238" y="207568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30982" y="1463040"/>
            <a:ext cx="1962302" cy="14630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68142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68142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968142" y="1938528"/>
            <a:ext cx="16879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ค่อย ๆ มืด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968142" y="2304288"/>
            <a:ext cx="16879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ใช้เวลาไม่กี่วินาที ตั้งค่าได้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75581" y="207568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13325" y="1463040"/>
            <a:ext cx="1962302" cy="14630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50485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50485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50485" y="1938528"/>
            <a:ext cx="16879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หมอกดำ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250485" y="2304288"/>
            <a:ext cx="16879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มองไกลไม่เห็น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157923" y="207568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95667" y="1463040"/>
            <a:ext cx="1962302" cy="14630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32827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32827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532827" y="1938528"/>
            <a:ext cx="16879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แสงรอบตัว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532827" y="2304288"/>
            <a:ext cx="16879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เห็นแค่ใกล้ ๆ ประมาณ 6 เมตร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440266" y="207568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678010" y="1463040"/>
            <a:ext cx="1962302" cy="14630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815170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81517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815170" y="1938528"/>
            <a:ext cx="16879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ไฟกลับมา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9815170" y="2304288"/>
            <a:ext cx="16879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คืนค่าแสงเดิมทุกอย่าง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3200400"/>
            <a:ext cx="5394960" cy="28803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77240" y="3337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ปัญหาที่เจอ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31520" y="3822192"/>
            <a:ext cx="5029200" cy="2148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ตอนแรกไฟดับแล้วภาพแค่เป็นสีเทา ยังมองเห็นชัด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สาเหตุ: แสงสะท้อนจาก Skybox ยังสว่างอยู่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แก้: แสงสะท้อนเหลือ 5% + แสงรอบตัวเกือบ 0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245352" y="3200400"/>
            <a:ext cx="5394960" cy="28803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73952" y="3337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ปรับค่าได้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6428232" y="3822192"/>
            <a:ext cx="5029200" cy="2148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แถบเลื่อน: ระยะมองเห็น ความสว่าง ระยะหมอก ความเร็วมืด / สว่าง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ปรับสดในแผงโกง F1 ได้ (เฉพาะเครื่องตัวเอง)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เปลี่ยนแค่ภาพ ไม่ส่งข้อมูลเพิ่มทางเน็ต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DarknessController.cs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ไฟฉาย 2 แบบ และแบตเตอรี่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ต.ค. — เมื่อมืดแล้ว ผู้เล่นต้องมีไฟ และต้องจัดการแบต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566160" cy="26517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ไฟฉายพื้นฐาน (ฟรี)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084832"/>
            <a:ext cx="320040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 9 ม. แสงหรี่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แบต 45 วินาที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Space รัว ๆ เพื่อชาร์จ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ชาร์จได้แม้ตอนล้ม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15968" y="1463040"/>
            <a:ext cx="3566160" cy="26517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ไฟฉายแบบซื้อ (150)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98848" y="2084832"/>
            <a:ext cx="320040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 20 ม. สว่างกว่า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แบต 240 วินาที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R ใส่แบตใหม่ = 100%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Space ชาร์จไม่ได้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74152" y="1463040"/>
            <a:ext cx="3566160" cy="26517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02752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แบตเตอรี่ (25)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57032" y="2084832"/>
            <a:ext cx="320040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ถือได้ 3 ก้อนในช่องเดียว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Q โยนทีละก้อน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ตาย = เสีย / รอด = เก็บไว้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297680"/>
            <a:ext cx="11091672" cy="178308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43484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ทุกคนเห็นแสง + ไฟล์ตั้งค่าสำหรับ Game Designer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31520" y="4919472"/>
            <a:ext cx="10725912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ทุกคนเห็นลำแสงไฟฉายของทุกคน เงาเฉพาะของตัวเอง (ประหยัดเครื่อง) / แสงกะพริบเมื่อแบตต่ำกว่า 15%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Tools &gt; Pre-Thesis &gt; Designer Settings &gt; Flashlight: ปรับราคา ระยะ ความสว่าง แบต ได้เองโดยไม่ต้องแก้โค้ด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FlashlightController.cs, FlashlightHUD.cs, FlashlightVisual.cs, FlashlightTuning.cs, FlashlightSetup.cs, ItemCatalog.cs, PlayerInventory.cs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ความยากเปลี่ยนเป้าหมาย Task จริง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ต.ค. — ก่อนหน้านี้เลือก 13 Rules ก็ได้ Task เท่ากับ Easy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483864" cy="11887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193852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ค่าพื้นฐาน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30428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ตั้งไว้ในแต่ละบรรทัดของบอร์ด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0" y="193852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463040"/>
            <a:ext cx="3483864" cy="11887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89704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89704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89704" y="193852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ตามความยาก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489704" y="230428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เพิ่มทุกบรรทัดตามระดับ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18704" y="193852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56448" y="1463040"/>
            <a:ext cx="3483864" cy="11887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93608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93608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93608" y="193852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ตามจำนวนผู้เล่น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93608" y="230428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สุ่มเพิ่มบางบรรทัด มีเพดานต่อบอร์ด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651760"/>
                <a:gridCol w="2651760"/>
                <a:gridCol w="26791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ระดับ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+ ต่อบรรทัด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+ ต่อผู้เล่นที่เพิ่ม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เพดานต่อบอร์ด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Easy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Normal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Hard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 Rules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548640" y="4892040"/>
            <a:ext cx="11091672" cy="12344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7240" y="502920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กติกา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731520" y="5513832"/>
            <a:ext cx="10725912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คำนวณ ทุกคนเห็นเป้าหมายเท่ากัน / ความยากคุมแค่ “จำนวนผี” ไม่ยุ่งกับเวลาโผล่หรือความแรงของผี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Development Build: F2 ค่าความยากของรอบนี้, F3 Task Timer (ซ่อนไว้ตอนเริ่ม)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ZoneTaskList.cs, MatchDirector.cs, DifficultyProfile.cs, DifficultyDebugHUD.cs, TaskTimer.cs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ระบบสติ (Sanity) ตาม GDD ใหม่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ต.ค. — หลอดสติบนจอ ลดเมื่อเจอสิ่งน่ากลัว เพิ่มเมื่อสวดมนต์หรือกินขนม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566160" cy="32918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สติลดเมื่อ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084832"/>
            <a:ext cx="320040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เห็นผี (ครั้งแรก −8 แล้ว −2 ต่อวินาที)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อยู่คนเดียวในที่มืดเกิน 20 วินาที (−1 ต่อวินาที)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ทำผิดกฎ / เหตุการณ์ประหลาด (เตรียมช่องไว้ให้ระบบกฎ)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ความยากคูณอัตราการลด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15968" y="1463040"/>
            <a:ext cx="3566160" cy="32918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สติเพิ่มเมื่อ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98848" y="2084832"/>
            <a:ext cx="320040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สวดมนต์: กด H ค้าง ยืนนิ่ง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สวดคนเดียว = เพิ่มช้า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ถือหนังสือสวดมนต์ / พระเครื่อง / ไม้กางเขน = เพิ่มเร็ว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ไม่มีของ = สวดกับเพื่อน ยิ่งหลายคนยิ่งเร็ว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ขนม: กินเอง หรือป้อนให้เพื่อน (เร็วกว่า)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74152" y="1463040"/>
            <a:ext cx="3566160" cy="32918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02752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ออนไลน์ + ทดสอบ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57032" y="2084832"/>
            <a:ext cx="320040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คิดค่าสติ ทุกคนเห็นตรงกัน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ไม่ทำงานในล็อบบี้ และหยุดตอนล้ม / ตาย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แผงโกง F1: เติมสติ / −25 / 0 / แจกของสติ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PlayerSanity.cs, SanityEffects.cs, SanitySettings.cs, SanitySetup.cs, ItemCatalog.cs, PlayerHealth.cs, DevCheatPanel.cs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สติ 3 ระดับ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ยิ่งสติต่ำ ยิ่งเห็นภาพหลอนและเล่นยากขึ้น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532888" cy="17373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193852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ปกติ (&gt; 60)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304288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ไม่มีผล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63824" y="221284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01568" y="1463040"/>
            <a:ext cx="2532888" cy="17373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38728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38728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538728" y="193852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หวาดกลัว (60 – 30)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38728" y="2304288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ขอบจอมืด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16752" y="221284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54496" y="1463040"/>
            <a:ext cx="2532888" cy="17373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91656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91656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91656" y="193852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สติแตก (30 – 0)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91656" y="2304288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เสียงหัวใจ ขอบจอเต้น / เห็นเพื่อนเป็นเงาผี / ฟื้นเลือดไม่ได้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869680" y="2212848"/>
            <a:ext cx="155448" cy="237744"/>
          </a:xfrm>
          <a:prstGeom prst="rtTriangl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07424" y="1463040"/>
            <a:ext cx="2532888" cy="17373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44584" y="1600200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44584" y="1600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244584" y="1938528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สติ = 0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244584" y="2304288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Jumpscare −5 HP ซ้ำทุก 10 วินาที (ค่าชั่วคราว)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3474720"/>
            <a:ext cx="5394960" cy="26060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3611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ไฟล์ตั้งค่าให้ Game Designer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31520" y="4096512"/>
            <a:ext cx="502920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Tools &gt; Pre-Thesis &gt; Designer Settings &gt; Sanity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ปรับได้ทุกค่า รวมราคา: ขนม 15 (ถือได้ 3), ของศักดิ์สิทธิ์ 120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45352" y="3474720"/>
            <a:ext cx="5394960" cy="26060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73952" y="3611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เตรียมไว้ให้ระบบอื่นใช้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428232" y="4096512"/>
            <a:ext cx="5029200" cy="1874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ระบบกฎ 13 ข้อ สั่งลดสติได้เมื่อทำผิดกฎ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ค่าความถี่เหตุการณ์ประหลาด และความยากของมินิเกม เพิ่มตามระดับสติ (ยังไม่มีระบบไหนใช้)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PlayerSanity.cs, SanityEffects.cs, SanitySettings.cs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ห้องเก็บของในล็อบบี้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ต.ค. — เริ่มจากบั๊ก: ซื้อของตอนช่องเต็มแล้วของหาย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566160" cy="28803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บั๊กที่เจอ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084832"/>
            <a:ext cx="3200400" cy="2148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ซื้อตอนช่องเต็ม = ของไม่เข้ามือ ไม่ตกพื้น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ซื้อใหม่ก็ไม่ได้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สาเหตุ: เซฟว่ามีของแล้ว แต่ใส่ช่องไม่ได้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15968" y="1463040"/>
            <a:ext cx="3566160" cy="28803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ห้องเก็บของ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98848" y="2084832"/>
            <a:ext cx="3200400" cy="2148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มีห้องเดียว ใช้ร่วมกันทุกคน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แต่ละคนเห็นแค่ของตัวเอง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E ที่ตู้ ย้ายของเข้า / ออก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ช่องเต็ม = ของไปอยู่ในห้องเก็บ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74152" y="1463040"/>
            <a:ext cx="3566160" cy="288036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02752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เข้าด่าน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57032" y="2084832"/>
            <a:ext cx="3200400" cy="2148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เอาไปแค่ของในช่อง (4 ช่อง)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ของในห้องเก็บปลอดภัยแม้ตาย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ต้องเลือกเองว่าจะเสี่ยงเอาอะไรเข้าไป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526280"/>
            <a:ext cx="11091672" cy="155448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66344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จุดเกิดในล็อบบี้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31520" y="5148072"/>
            <a:ext cx="10725912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จุดเกิดหายไปพร้อมล็อบบี้เก่า ทำให้ผู้เล่นเกิดผิดที่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เครื่องมือกดครั้งเดียว: จุดเกิด 6 จุด + ห้องเก็บของ บนพื้นล็อบบี้ใหม่ (ล็อบบี้ของนนพัทธ์)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PlayerInventory.cs, StorageUI.cs, StorageTerminal.cs, LobbyStorageSetup.cs, ShopUI.cs, MatchResultsUI.cs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บั๊กใหญ่ของสัปดาห์: Unity Editor ค้าง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แก้แล้ว 5 ต.ค. — ทำให้ต้อง Build เกมใหม่ทุกครั้งที่จะทดสอบ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566160" cy="274320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ทีมเจออะไร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084832"/>
            <a:ext cx="32004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Host กด Start รอบที่ 2 → Unity ค้างตลอด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เกมที่ Build แล้วไม่เป็น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 Build ใหม่ทุกครั้งเพื่อทดสอบ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15968" y="1463040"/>
            <a:ext cx="3566160" cy="274320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44568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สาเหตุ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98848" y="2084832"/>
            <a:ext cx="32004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ลบตัวละครในล็อบบี้ (ที่มีเสียง)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ในเฟรมเดียวกับที่เริ่มโหลดแผนที่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หาเจอด้วยเครื่องมือ log ที่เขียนเอง (FreezeProbe)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74152" y="1463040"/>
            <a:ext cx="3566160" cy="274320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02752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วิธีแก้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57032" y="2084832"/>
            <a:ext cx="32004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ลบตัวละครก่อน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 2 เฟรม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ค่อยโหลดแผนที่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กันกด Start ซ้ำ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5394960" cy="16459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4526280"/>
            <a:ext cx="539496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 Build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40080" y="5455310"/>
            <a:ext cx="521208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Build ทดสอบที่ต้องทำเพราะบั๊กนี้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45352" y="4434840"/>
            <a:ext cx="5394960" cy="164592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45352" y="4526280"/>
            <a:ext cx="5394960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เฟรม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336792" y="5455310"/>
            <a:ext cx="521208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รอให้ลบตัวละครเสร็จ ก่อนโหลดแผนที่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RoHRoomManager.cs, FreezeProbe.cs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ปัญหาอื่นที่เจอและวิธีแก้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หาสาเหตุให้เจอก่อน แล้วค่อยแก้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749040"/>
                <a:gridCol w="37764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ปัญหา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สาเหตุ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A441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วิธีแก้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ไฟดับแล้วภาพแค่เป็นสีเทา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แสงสะท้อนจาก Skybox ยังสว่าง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แสงสะท้อนเหลือ 5% + หมอกดำ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ความยากไม่มีผลกับ Task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เป้าหมาย Task ไม่ได้อ่านค่าความยาก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เป้าหมาย = ฐาน + ความยาก + จำนวนผู้เล่น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หน้าจอ Debug ทับกันมุมซ้ายบน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ค่าความยากกับ Task Timer อยู่ที่เดียวกัน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ซ่อนไว้ตอนเริ่ม กด F2 / F3 เปิด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ซื้อของตอนช่องเต็ม ของหาย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เซฟว่ามีของ แต่ใส่ช่องไม่ได้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ของไปอยู่ในห้องเก็บของ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จุดเกิดในล็อบบี้หาย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ถูกลบไปพร้อมล็อบบี้เก่า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เครื่องมือสร้างจุดเกิด 6 จุด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ร้านค้า: ของล้นจอ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ของในร้านเพิ่มขึ้น (ไฟฉาย แบต ของสติ)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เลื่อนดูรายการได้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เมนู Tools เยอะจนหาไม่เจอ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แต่ละระบบมีปุ่มของตัวเอง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8F8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จัดเป็นหมวด + ปุ่มเดียวทำครบ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 ของผมสัปดาห์นี้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– 10 ตุลาคม 2026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63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ต.ค.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0" y="1463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 Editor ค้าง + ความมืด + ไฟฉาย + แบตเตอรี่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ต.ค.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286000" y="2103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ไฟล์ตั้งค่าไฟฉายสำหรับ Game Designer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74320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ต.ค.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286000" y="2743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คืนค่าเสียง EOS ใน Editor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38328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383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ต.ค.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28600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ความยากเปลี่ยน Task + หน้าจอ F2 / F3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02336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023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ต.ค.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286000" y="4023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ระบบสติ + ห้องเก็บของ + จุดเกิด + ร้านค้าเลื่อนได้ + เมนู Tools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66344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4663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– 10 ต.ค.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286000" y="4663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Portfolio และไฟล์นำเสนอ (5 commit, ไม่ใช่งานเกม)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งานเกม 5 commit (ไม่นับ Merge) · สคริปต์ใหม่ 16 ไฟล์ · ~150 KB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สรุปงานทั้งหมดที่ผมทำสัปดาห์นี้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– 10 ตุลาคม 2026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581912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1463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ความมืดเมื่อไฟดับ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94960" y="14630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หมอกดำ + แสงรอบตัว มองเห็นแค่ ~6 ม. ปรับได้ด้วยแถบเลื่อน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10312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221992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221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43000" y="2103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ไฟฉาย 2 แบบ + แบตเตอรี่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94960" y="21031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ฟรี (Space ชาร์จ) / ซื้อ 150 (R เปลี่ยนแบต), ไฟล์ตั้งค่าให้ Designer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274320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2862072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43000" y="2743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ความยากเปลี่ยน Task จริง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94960" y="27432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 + ความยาก + จำนวนผู้เล่น, หน้าจอ F2 / F3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38328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3502152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3000" y="33832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ระบบสติ (Sanity)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94960" y="33832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ระดับ, สวดมนต์ / ขนม / ของศักดิ์สิทธิ์, สติ 0 = Jumpscare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402336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5800" y="4142232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4300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ห้องเก็บของในล็อบบี้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394960" y="40233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แก้บั๊กซื้อของตอนช่องเต็ม, จุดเกิด 6 จุด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466344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85800" y="4782312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5800" y="4782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43000" y="4663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ร้านค้าเลื่อนได้ + เมนู Tools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394960" y="46634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ของล้นจอ / เครื่องมือของทีมเป็นหมวด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48640" y="5303520"/>
            <a:ext cx="11091672" cy="548640"/>
          </a:xfrm>
          <a:prstGeom prst="rect">
            <a:avLst/>
          </a:prstGeom>
          <a:solidFill>
            <a:srgbClr val="241C1A"/>
          </a:solidFill>
          <a:ln w="9525">
            <a:solidFill>
              <a:srgbClr val="3A2F2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85800" y="5422392"/>
            <a:ext cx="310896" cy="31089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5800" y="5422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43000" y="5303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แก้บั๊ก Unity Editor ค้าง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394960" y="53035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ลบตัวละคร → รอ 2 เฟรม → โหลดแผนที่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86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งานเกม 5 commit · สคริปต์ใหม่ 16 ไฟล์ · ~150 KB · 7 ระบบ/งานที่ทำเสร็จ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2026-10-10T11:54:23Z</dcterms:created>
  <dcterms:modified xsi:type="dcterms:W3CDTF">2026-10-10T11:54:23Z</dcterms:modified>
</cp:coreProperties>
</file>