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สไลด์ชุดนี้พูดเฉพาะงานที่ผมทำเองในสัปดาห์ที่ 5 ตั้งแต่ระบบเมนูและห้อง ไปจนถึงระบบเสียงพูดและวิทยุสื่อสาร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บอกภาพรวมก่อน สัปดาห์นี้ผม commit 10 ครั้ง เขียนไฟล์ใหม่ 34 ไฟล์ ได้ระบบใหม่ 6 ระบบ แล้วค่อยลงรายละเอียดทีละระบบ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สัปดาห์ที่แล้วอาจารย์ขอให้เห็นผู้เล่น 2 คนเล่นพร้อมกันและทำ Task ด้วยกัน วันที่ 24 เราทดสอบออนไลน์ 2 คนแล้ว วันที่ 25 ทดสอบเพิ่มเป็น 3 เครื่องพร้อมระบบเสียงพูด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สร้างห้องได้ เลือกแผนที่ ความยาก จำนวนคน และตั้งรหัสผ่าน Room Browser แสดงห้องจริงจาก EOS Quick Join เข้าห้องว่างห้องแรก ส่วนรหัสผ่าน Host เป็นคนตรวจ ไม่ได้เก็บไว้บนเซิร์ฟเวอร์ของ Epic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ในห้องรอ ผู้เล่นกด Ready แล้ว Host กด Start เกมจะไม่เริ่มเอง ในเกมกด Esc ได้ แต่เกมไม่หยุดเพราะเป็นออนไลน์ แค่ล็อกการควบคุมของเราและปิดไมค์ หน้าตั้งค่ามีความสว่าง เสียงแยก 4 หมวด และต้องกด Apply ก่อนถึงจะมีผล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ไมค์เปิดตลอดเพราะเป็นเกมสยองขวัญ ปิดได้เฉพาะตอนเปิดเมนู Esc เสียงถูกบีบอัดและส่งเฉพาะตอนพูด Host เป็นคนตัดสินว่าใครได้ยิน แล้วเล่นเสียงแบบ 3D จากปากตัวละคร ได้ยินไกลสุด 25 เมตร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เมื่อผู้เล่นแยกกันไปทำ Task คนละที่ ก็ยังคุยกันได้ด้วยวิทยุสื่อสาร ถือวิทยุในมือ เปิดเครื่อง แล้วกดเมาส์ซ้ายค้าง ทุกคนที่พกวิทยุที่เปิดอยู่จะได้ยินไม่จำกัดระยะ วิทยุอยู่ใน Hotbar ใหม่ 4 ช่อง ช่องแรกคือของในมือ อีก 3 ช่องคือกระเป๋า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ปัญหาที่ยากที่สุดของสัปดาห์ Unity ค้างตอนจบเกม ผมไล่ log ทีละขั้นจนเจอว่า Host หยุดและโหลดเมนูในเฟรมเดียวกัน ส่วนเสียง EOS ต่อได้แต่ไม่มีใครได้ยิน เพราะ SDK เวอร์ชันนี้ไม่ส่งเสียงให้เกม ผมเลยส่งเสียงผ่าน Mirror เอง ซึ่งทำให้ได้เสียง 3D และวิทยุด้วย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เอาไว้ตอบถ้าอาจารย์อยากเห็นหลักฐานว่าทำอะไรวันไหน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ไล่ทีละข้อสั้น ๆ ไม่ต้องลงรายละเอียด เพราะอธิบายไปแล้วในสไลด์ก่อนหน้า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งานของผม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 — สัปดาห์ที่ 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– 27 กันยายน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ก้องกิดากร ช่วยแจ้ง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047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สรุปงานของผมสัปดาห์นี้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เปลี่ยนจากเกมที่เปิดทดสอบในเครื่อง เป็นเกมออนไลน์ที่สร้างห้อง เข้าห้อง และคุยกันได้จริง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ไฟล์ใหม่ที่เขียนเอง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~243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KB โค้ดที่เขียนเพิ่ม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ระบบใหม่ที่ผู้เล่นใช้ได้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4290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เมนูหลักและระบบห้อง — สร้างห้อง ค้นหาห้อง เข้าห้องด่วน และห้องมีรหัสผ่าน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8862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ห้องรอ (Lobby), เมนู Esc และหน้าตั้งค่า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343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ระบบเสียงพูดระยะใกล้แบบ 3D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800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006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(Walkie-Talkie) และ Hotbar 4 ช่อง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347472" cy="3474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2578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ทดสอบออนไลน์ 2 คนตามที่อาจารย์ขอ และทดสอบเสียง 3 เครื่องพร้อมกัน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ทำเสร็จแล้วในสัปดาห์นี้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“ให้ผู้เล่น 2 คนเล่นพร้อมกัน และทำ Task ด้วยกัน”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8561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520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520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ทดสอบออนไลน์ 2 คนด้วยตัวเกมที่ Build แล้ว (เปิดนอก Unity) เล่นพร้อมกันในด่านเดียวกัน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92861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663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663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ทดสอบเพิ่ม: 3 เครื่องออนไลน์พร้อมกัน และคุยกันด้วยระบบเสียงพูด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เมนูหลักและระบบห้อง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ผู้เล่นสร้างห้อง หาห้อง และเข้าห้องได้เอง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 (Create Room)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เลือกแผนที่และระดับความยาก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 1 – 6 คน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ห้องสาธารณะ หรือห้องส่วนตัวมีรหัสผ่าน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ค้นหาห้อง (Room Browser)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แสดงห้องที่เปิดอยู่จริงบน EOS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บอกว่าห้องล็อก เต็ม หรือกำลังเล่น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ห้องส่วนตัวจะถามรหัสผ่าน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เข้าห้องด่วน (Quick Join)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23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เข้าห้องสาธารณะห้องแรกที่ว่าง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กดครั้งเดียว ไม่ต้องค้นหา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ความปลอดภัยของห้อง (RoomPasswordAuthenticator)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เป็นคนตรวจรหัสผ่านหลังผู้เล่นเชื่อมต่อ — รหัสผ่านไม่ถูกเก็บไว้บน EOS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แจ้งเหตุผลชัดเจนเมื่อเข้าไม่ได้: รหัสผ่านผิด / ห้องเต็ม / เกมเริ่มไปแล้ว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สร้างเมนูทั้งหมดได้ในคลิกเดียว: Tools › Pre-Thesis › Build Main Menu + Lobby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ห้องรอ, เมนู Esc และการตั้งค่า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รวมตัวก่อนเริ่มเกม และหยุดพักได้โดยไม่ทำให้เพื่อนหยุดเล่น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ห้องรอ (Lobby)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ที่นั่งแต่ละที่แสดงชื่อผู้เล่น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ผู้เล่นกด Ready แล้ว Host กด Start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ออกจากห้อง = ปิดห้อง EOS ด้วย ไม่มีห้องค้างในรายการ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Esc (ในเกม)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Resume / Settings / Leave match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เห็นปุ่ม End match พร้อมหน้ายืนยัน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เกมไม่หยุด (เล่นออนไลน์) แค่ล็อกการควบคุมของเรา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ปิดไมค์ระหว่างเปิดเมนู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การตั้งค่า (Settings)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ชื่อ, ความไวเมาส์, ความสว่าง, จอเต็ม, ความละเอียด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เสียงแยก 4 หมวด: Master / Music / SFX / Ambient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เปลี่ยนปุ่มวิทยุสื่อสารได้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Apply ถึงจะบันทึก กด Back = ยกเลิก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ระบบเสียงพูดระยะใกล้ (Proximity Voice)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ได้ยินเพื่อนจากตำแหน่งที่เพื่อนยืนอยู่จริง แบบ 3D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ไมค์เปิดตลอด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ปิดเฉพาะตอนเปิดเมนู Esc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468880"/>
            <a:ext cx="338328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5888" y="192024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58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บีบอัดเสียง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ส่งเฉพาะตอนที่พูด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16168" y="2468880"/>
            <a:ext cx="338328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192024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4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ตัดสิน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74536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ใครอยู่ใกล้พอ ใครมีวิทยุ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14816" y="2468880"/>
            <a:ext cx="338328" cy="27432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192024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318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73184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เล่นเสียง 3D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473184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ดังออกมาจากปากตัวละคร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25 เมตร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เสียงเบาลงตามระยะ และแยกซ้าย-ขวาได้ เหมือนชีวิตจริง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~65 kbit/s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ต่อคนที่กำลังพูด ตอนเงียบไม่ส่งอะไรเลย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4672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ตัดสิน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ที่ถูกแก้ไข โกงระยะหรือวิทยุไม่ได้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มีหน้าต่างทดสอบเสียง (กด F8) ดูระดับไมค์และจำนวนข้อมูลเสียงที่ส่ง/รับได้ทันที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วิทยุสื่อสารและ Hotbar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คุยกับทีมได้ทุกระยะ แม้แยกกันไปทำ Task คนละที่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(Walkie-Talkie)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ถือวิทยุในมือและเปิดเครื่อง แล้วกดเมาส์ซ้ายค้างเพื่อพูด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ทุกคนที่พกวิทยุที่เปิดอยู่จะได้ยิน ไม่จำกัดระยะ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มีเสียงฟิลเตอร์วิทยุ และเสียง “แกรก” ตอนกดพูด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เมาส์ขวา = เปิด/ปิดเครื่อง เปลี่ยนปุ่มได้ในหน้าตั้งค่า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Hotbar 4 ช่อง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3A2B14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ในมือ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2668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9556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9556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7947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1 = ของในมือ, ช่อง 2–4 = ของในกระเป๋า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เปลี่ยนด้วยปุ่ม 1–4 หรือลูกกลิ้งเมาส์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ของแต่ละชนิดมีได้ 1 ชิ้น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เป็นคนคุมข้อมูล (SyncList)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ปัญหาที่เจอและวิธีแก้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Unity ค้างตอน Host กดจบเกม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Host หยุดและโหลดเมนูในเฟรมเดียวกัน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 Host ก่อน แล้วโหลดเมนูหลังจากนั้น 2 เฟรม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ระบบเสียง EOS เปิดไม่ติด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ขาดการตั้งค่าเสียงของ Windows (XAudio)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เพิ่มค่า XAudio และมีทางสำรองถ้าเปิดเสียงไม่ได้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ต่อกันได้ แต่ไม่มีใครได้ยินใคร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EOS SDK เวอร์ชันที่ใช้ไม่ส่งเสียงให้ตัวเกม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ส่งเสียงผ่าน Mirror เอง → ได้ทั้งเสียง 3D และวิทยุ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เสียงเบาและขาด ๆ หาย ๆ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ไมค์ USB เสียงเบา และจังหวะเน็ตไม่สม่ำเสมอ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 Gain, Jitter Buffer และเล่นเสียงแบบลื่น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ไฟล์ตั้งค่า ProBuilder พัง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Commit ไฟล์ขึ้นไปแค่บางบรรทัด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สร้างไฟล์ใหม่ และตั้งกติกาทีม: Commit ทั้งไฟล์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ของผมสัปดาห์นี้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– 27 กันยายน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69164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เพิ่มระบบล็อบบี้สำหรับผู้เล่นหลายคน ระบบยืนยันตัวตนเข้าห้อง และ UI เมนูหลัก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39696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396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396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ฉากห้องพักรอ (Waiting Lobby), แก้ไขเมนู, ตั้งค่า Git ignore build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87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58775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Esc, ความสว่าง, หมวดหมู่เสียง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35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03580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แก้ไขปัญหาเกมค้างเมื่อเปิดเมนู Esc, ระบบรายงานในโซน (Ticket Zone), ระดับความยาก Ghost, เครื่องมือตั้งค่า MatchDirector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838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48386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ระบบแชทด้วยเสียง + วิทยุสื่อสาร, Hotbar 4 ช่อง, ปรับแต่งปุ่มควบคุมได้, มี MatchDirector ในฉาก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9319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Add EOS voice fallback and XAudio detection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799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437997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Add voice debug panel, mic capture &amp; EOS 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28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280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8280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Improve voice audio pipeline and AGC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76088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76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527608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เพิ่มระบบเสียง Mirror และแก้ไขปัญหาเกี่ยวกับเสียงของ EOS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724144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724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57241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 Layer of Wall to Wall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สรุปงานทั้งหมดที่ผมทำสัปดาห์นี้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– 27 กันยายน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2821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เมนูหลักและระบบห้อง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645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 / ค้นหาห้อง / เข้าห้องด่วน และห้องส่วนตัวที่ Host ตรวจรหัสผ่าน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350008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2677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ห้องรอ (Lobby)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2677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Ready / Start และออกจากห้องแล้วปิดห้อง EOS ไม่มีห้องค้าง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97180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Esc และการตั้งค่า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88950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End match ของ Host, ความสว่าง, เสียงแยก 4 หมวด, ปุ่ม Apply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593592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เสียงพูด 3D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51129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ไมค์เปิดตลอด ได้ยินตามระยะ 25 เมตร และ Server เป็นคนตัดสิน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215384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+ Hotbar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1330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คุยได้ไม่จำกัดระยะ, Hotbar 4 ช่อง, เปลี่ยนปุ่มได้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8371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แก้บั๊กและทดสอบออนไลน์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Unity ค้างตอนจบเกม, ทดสอบ 2 คนตามที่อาจารย์ขอ และ 3 เครื่องพร้อมกัน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138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10 commit · 34 ไฟล์ใหม่ · ~243 KB · 6 ระบบใหม่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Pre-Thesis — งานของผม สัปดาห์ที่ 5</dc:title>
  <dc:subject>PptxGenJS Presentation</dc:subject>
  <dc:creator>นาย ก้องกิดากร ช่วยแจ้ง</dc:creator>
  <cp:lastModifiedBy>นาย ก้องกิดากร ช่วยแจ้ง</cp:lastModifiedBy>
  <cp:revision>1</cp:revision>
  <dcterms:created xsi:type="dcterms:W3CDTF">2026-09-26T12:40:34Z</dcterms:created>
  <dcterms:modified xsi:type="dcterms:W3CDTF">2026-09-26T12:40:34Z</dcterms:modified>
</cp:coreProperties>
</file>