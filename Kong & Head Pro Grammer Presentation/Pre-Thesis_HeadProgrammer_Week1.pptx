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Lines of C#</c:v>
                </c:pt>
              </c:strCache>
            </c:strRef>
          </c:tx>
          <c:spPr>
            <a:solidFill>
              <a:srgbClr val="C127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0EBE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Interaction</c:v>
                  </c:pt>
                  <c:pt idx="1">
                    <c:v>Health &amp; damage</c:v>
                  </c:pt>
                  <c:pt idx="2">
                    <c:v>Lobby / matchmaking</c:v>
                  </c:pt>
                  <c:pt idx="3">
                    <c:v>Save system</c:v>
                  </c:pt>
                  <c:pt idx="4">
                    <c:v>Networking core</c:v>
                  </c:pt>
                  <c:pt idx="5">
                    <c:v>Player control</c:v>
                  </c:pt>
                  <c:pt idx="6">
                    <c:v>Editor tooling</c:v>
                  </c:pt>
                  <c:pt idx="7">
                    <c:v>HUD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618</c:v>
                </c:pt>
                <c:pt idx="1">
                  <c:v>620</c:v>
                </c:pt>
                <c:pt idx="2">
                  <c:v>450</c:v>
                </c:pt>
                <c:pt idx="3">
                  <c:v>347</c:v>
                </c:pt>
                <c:pt idx="4">
                  <c:v>290</c:v>
                </c:pt>
                <c:pt idx="5">
                  <c:v>223</c:v>
                </c:pt>
                <c:pt idx="6">
                  <c:v>199</c:v>
                </c:pt>
                <c:pt idx="7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0EBE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9B95A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60"/>
          <c:min val="0"/>
        </c:scaling>
        <c:delete val="0"/>
        <c:axPos val="b"/>
        <c:majorGridlines>
          <c:spPr>
            <a:ln w="9525" cap="flat">
              <a:solidFill>
                <a:srgbClr val="2A2A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8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216"/>
        </a:solidFill>
        <a:ln>
          <a:noFill/>
        </a:ln>
        <a:effectLst/>
      </c:spPr>
    </c:plotArea>
    <c:plotVisOnly val="1"/>
    <c:dispBlanksAs val="span"/>
  </c:chart>
  <c:spPr>
    <a:solidFill>
      <a:srgbClr val="12121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of a weekly programming report. Headline for this week: the demo crossed from single-machine prototype to a real online session between two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scope statement visible: one map is a decision, not a shortfall.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evidence slides that follow correspond one-to-one with these three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20299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2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STATUS REPORT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37744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Pre-Thesis Demo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31012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1–6 player online co-op psychological horror game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4370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WEEK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6085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8-12 Sep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4370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46085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Mr.k  —  Head Programmer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65008" y="4370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/ NET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65008" y="46085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6.5  ·  Mirror + Epic Online Services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565099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the game is now playable online between two machines.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demo has to prove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7839" cy="1261872"/>
          </a:xfrm>
          <a:prstGeom prst="roundRect">
            <a:avLst>
              <a:gd name="adj" fmla="val 434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93392"/>
            <a:ext cx="438912" cy="438912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1773936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co-op, 1–6 players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2176272"/>
            <a:ext cx="9784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host, up to five joiners, matched through Epic Online Services — no IP addresses, no port forwarding.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054096"/>
            <a:ext cx="11057839" cy="1261872"/>
          </a:xfrm>
          <a:prstGeom prst="roundRect">
            <a:avLst>
              <a:gd name="adj" fmla="val 434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7824" y="3474720"/>
            <a:ext cx="438912" cy="438912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3474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99616" y="3255264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13 Rules of Horror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499616" y="3657600"/>
            <a:ext cx="9784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rule system that changes what is safe to do during a run. This is the design thesis of the game.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535424"/>
            <a:ext cx="11057839" cy="1261872"/>
          </a:xfrm>
          <a:prstGeom prst="roundRect">
            <a:avLst>
              <a:gd name="adj" fmla="val 434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4956048"/>
            <a:ext cx="438912" cy="438912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" y="4956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99616" y="473659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progression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5138928"/>
            <a:ext cx="9784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and currency survive between runs, stored encrypted on the player's own machine.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0533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out of scope for the demo: multiple maps. One map ships now; the map pipeline is thesis work.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Pre-Thesis Demo  |  Programming Status Report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TEAM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writes what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49240" cy="3895344"/>
          </a:xfrm>
          <a:prstGeom prst="roundRect">
            <a:avLst>
              <a:gd name="adj" fmla="val 140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83664"/>
            <a:ext cx="402336" cy="402336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18288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Mr.k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21945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Programmer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633472"/>
            <a:ext cx="46908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architecture (Mirror + EOS)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creation, matchmaking, room browser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save / progression system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Offline↔online dual-mode infrastructure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tooling and build health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making feature code network-safe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2784" y="1627632"/>
            <a:ext cx="5349240" cy="3895344"/>
          </a:xfrm>
          <a:prstGeom prst="roundRect">
            <a:avLst>
              <a:gd name="adj" fmla="val 140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883664"/>
            <a:ext cx="402336" cy="402336"/>
          </a:xfrm>
          <a:prstGeom prst="ellipse">
            <a:avLst/>
          </a:prstGeom>
          <a:solidFill>
            <a:srgbClr val="5487B0"/>
          </a:solidFill>
          <a:ln w="12700">
            <a:solidFill>
              <a:srgbClr val="5487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18288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coder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114032" y="21945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54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Programmer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633472"/>
            <a:ext cx="46908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movement and first-person camera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system (doors, levers, props)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damage model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Downed / revive system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Gameplay-facing UI behaviour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724144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two meet: gameplay features are written single-player first, then rewritten by the head programmer to run under server authority. That handover is a scheduled step, not a repair.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Pre-Thesis Demo  |  Programming Status Report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the game went online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3529584" cy="2103120"/>
          </a:xfrm>
          <a:prstGeom prst="roundRect">
            <a:avLst>
              <a:gd name="adj" fmla="val 260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408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 can create a room on EOS and a stranger's client can find and join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1664208"/>
            <a:ext cx="3529584" cy="2103120"/>
          </a:xfrm>
          <a:prstGeom prst="roundRect">
            <a:avLst>
              <a:gd name="adj" fmla="val 260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3600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3408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machines now share one world — both player objects spawn on both clients.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6448" y="1664208"/>
            <a:ext cx="3529584" cy="2103120"/>
          </a:xfrm>
          <a:prstGeom prst="roundRect">
            <a:avLst>
              <a:gd name="adj" fmla="val 260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3076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23408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test scenes work again without a server, so feature work is not blocked on networking.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059936"/>
            <a:ext cx="11057839" cy="1572768"/>
          </a:xfrm>
          <a:prstGeom prst="roundRect">
            <a:avLst>
              <a:gd name="adj" fmla="val 348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6112" y="42245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that leaves the demo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590288"/>
            <a:ext cx="10789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networking risk — the part of this project that could have failed late and taken the whole demo with it — is now retired. Everything remaining is content and feature work on top of a connection that has been shown to hold.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Pre-Thesis Demo  |  Programming Status Report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PLAYTEST RECORDING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— rooms on Epic Online Services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4663440" cy="4114800"/>
          </a:xfrm>
          <a:prstGeom prst="roundRect">
            <a:avLst>
              <a:gd name="adj" fmla="val 1333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tmp/claude-0/-home-claude/1390a9ce-40b9-5e21-8a81-99b2e23edd0b/scratchpad/img/ev_menu_butt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828800"/>
            <a:ext cx="3895344" cy="2240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MainMenu — the two entry points under test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950976" y="449884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Room → opens an EOS lobby, then starts the Mirror host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Room → searches EOS and returns every open room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522976" y="1572768"/>
            <a:ext cx="6080760" cy="4114800"/>
          </a:xfrm>
          <a:prstGeom prst="roundRect">
            <a:avLst>
              <a:gd name="adj" fmla="val 1333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1390a9ce-40b9-5e21-8a81-99b2e23edd0b/scratchpad/img/ev_console_cre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6" y="1847088"/>
            <a:ext cx="4709160" cy="1408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97296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console during the run — host side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797296" y="3639312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config carried into the lobby: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= demo_map_01   ·   difficulty = Normal   ·   players = 6   ·   private = False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797296" y="4425696"/>
            <a:ext cx="553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settings are published as EOS lobby attributes, so the browser can show map, difficulty and player count before joining.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deliberately NOT lobby attributes — EOS makes those readable by anyone searching.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Pre-Thesis Demo  |  Programming Status Report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PLAYTEST RECORDING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— two machines, one world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246120" cy="3968496"/>
          </a:xfrm>
          <a:prstGeom prst="roundRect">
            <a:avLst>
              <a:gd name="adj" fmla="val 169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tmp/claude-0/-home-claude/1390a9ce-40b9-5e21-8a81-99b2e23edd0b/scratchpad/img/ev_hierarchy_2p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847088"/>
            <a:ext cx="2468880" cy="1920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scene hierarchy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4169664"/>
            <a:ext cx="2724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Player(Clone) objects — the host and the remote client — both live in the same scene.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05656" y="1572768"/>
            <a:ext cx="4663440" cy="3968496"/>
          </a:xfrm>
          <a:prstGeom prst="roundRect">
            <a:avLst>
              <a:gd name="adj" fmla="val 138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1390a9ce-40b9-5e21-8a81-99b2e23edd0b/scratchpad/img/ev_gameview_rem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847088"/>
            <a:ext cx="4206240" cy="23774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34256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view — the other player is visible and moving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9061704" y="1572768"/>
            <a:ext cx="2542032" cy="3968496"/>
          </a:xfrm>
          <a:prstGeom prst="roundRect">
            <a:avLst>
              <a:gd name="adj" fmla="val 215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1390a9ce-40b9-5e21-8a81-99b2e23edd0b/scratchpad/img/ev_console_jo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016" y="1847088"/>
            <a:ext cx="2121408" cy="10972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272016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connection log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9272016" y="3346704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“Connection established”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client resolved the host's EOS product user ID.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66928" y="574243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result that was failing last week: the client connected but no player objects appeared. Root cause was a prefab registration mismatch between the two machines' checkouts — now resolved.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Pre-Thesis Demo  |  Programming Status Report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PLAYTEST RECORDING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 — solo testing works again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4114800" cy="4059936"/>
          </a:xfrm>
          <a:prstGeom prst="roundRect">
            <a:avLst>
              <a:gd name="adj" fmla="val 1351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tmp/claude-0/-home-claude/1390a9ce-40b9-5e21-8a81-99b2e23edd0b/scratchpad/img/ev_offline_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28800"/>
            <a:ext cx="3108960" cy="2834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TestWalk in Play mode — nothing has vanished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74336" y="1572768"/>
            <a:ext cx="6629400" cy="4059936"/>
          </a:xfrm>
          <a:prstGeom prst="roundRect">
            <a:avLst>
              <a:gd name="adj" fmla="val 1351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285232" y="18105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285232" y="2176272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force-disables every scene object that carries a NetworkIdentity, so the server can decide when to spawn it. In a sandbox scene there is no server — so interactable props simply disappeared the moment Play was pressed, and feature work could not be tested without hosting a match.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285232" y="325526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285232" y="3621024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offline mode. When no server and no client are running, a spawner places a player and re-enables the scene objects Mirror switched off. The two earlier attempts failed on timing — Mirror's pass runs after Awake — so the working version watches for several frames instead of guessing the order.</a:t>
            </a:r>
            <a:endParaRPr lang="en-US" sz="1300" dirty="0"/>
          </a:p>
        </p:txBody>
      </p:sp>
      <p:pic>
        <p:nvPicPr>
          <p:cNvPr id="12" name="Image 1" descr="/tmp/claude-0/-home-claude/1390a9ce-40b9-5e21-8a81-99b2e23edd0b/scratchpad/img/ev_offline_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4773168"/>
            <a:ext cx="6035040" cy="1920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85232" y="5029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log confirming the offline spawn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66928" y="579729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match this code does nothing at all — it is gated on there being no server and no client.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Pre-Thesis Demo  |  Programming Status Report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every system obeys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 asks. The server decides. Every client is told.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2615184" cy="2286000"/>
          </a:xfrm>
          <a:prstGeom prst="roundRect">
            <a:avLst>
              <a:gd name="adj" fmla="val 240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40864"/>
            <a:ext cx="384048" cy="384048"/>
          </a:xfrm>
          <a:prstGeom prst="ellipse">
            <a:avLst/>
          </a:prstGeom>
          <a:solidFill>
            <a:srgbClr val="5487B0"/>
          </a:solidFill>
          <a:ln w="12700">
            <a:solidFill>
              <a:srgbClr val="5487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34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Raycasts, highlights, shows the prompt, reads the key press. Fast and local — never waits on the network.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30358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19856" y="2121408"/>
            <a:ext cx="2615184" cy="2286000"/>
          </a:xfrm>
          <a:prstGeom prst="roundRect">
            <a:avLst>
              <a:gd name="adj" fmla="val 240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2340864"/>
            <a:ext cx="384048" cy="384048"/>
          </a:xfrm>
          <a:prstGeom prst="ellipse">
            <a:avLst/>
          </a:prstGeom>
          <a:solidFill>
            <a:srgbClr val="9B95A2"/>
          </a:solidFill>
          <a:ln w="12700">
            <a:solidFill>
              <a:srgbClr val="9B95A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834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121216"/>
                </a:solidFill>
              </a:rPr>
              <a:t>9B95A2</a:t>
            </a:r>
            <a:endParaRPr lang="en-US" sz="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only which object it wants to use. It never asserts that the action was legal.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0358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72784" y="2121408"/>
            <a:ext cx="2615184" cy="2286000"/>
          </a:xfrm>
          <a:prstGeom prst="roundRect">
            <a:avLst>
              <a:gd name="adj" fmla="val 240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2340864"/>
            <a:ext cx="384048" cy="384048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0528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2834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24" name="Text 22"/>
          <p:cNvSpPr txBox="1"/>
          <p:nvPr/>
        </p:nvSpPr>
        <p:spPr>
          <a:xfrm>
            <a:off x="6510528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Re-checks range and state against its own view of the world, then applies the change.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887968" y="30358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25712" y="2121408"/>
            <a:ext cx="2615184" cy="2286000"/>
          </a:xfrm>
          <a:prstGeom prst="roundRect">
            <a:avLst>
              <a:gd name="adj" fmla="val 240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63456" y="2340864"/>
            <a:ext cx="384048" cy="384048"/>
          </a:xfrm>
          <a:prstGeom prst="ellipse">
            <a:avLst/>
          </a:prstGeom>
          <a:solidFill>
            <a:srgbClr val="5E9E6E"/>
          </a:solidFill>
          <a:ln w="12700">
            <a:solidFill>
              <a:srgbClr val="5E9E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63456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363456" y="2834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" dirty="0"/>
          </a:p>
        </p:txBody>
      </p:sp>
      <p:sp>
        <p:nvSpPr>
          <p:cNvPr id="31" name="Text 29"/>
          <p:cNvSpPr txBox="1"/>
          <p:nvPr/>
        </p:nvSpPr>
        <p:spPr>
          <a:xfrm>
            <a:off x="9363456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state syncs to every client, including players who join later.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4645152"/>
            <a:ext cx="11057839" cy="1060704"/>
          </a:xfrm>
          <a:prstGeom prst="roundRect">
            <a:avLst>
              <a:gd name="adj" fmla="val 517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96112" y="48646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a horror game: 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3858768" y="48646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only works if the rules are the same for everyone. A client that could decide its own damage, or open a door the server never agreed to, would break the game for the other five players.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Pre-Thesis Demo  |  Programming Status Report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in code today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72768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54112" y="1627632"/>
            <a:ext cx="3840480" cy="877824"/>
          </a:xfrm>
          <a:prstGeom prst="roundRect">
            <a:avLst>
              <a:gd name="adj" fmla="val 625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91856" y="175564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400032" y="175564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scripts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54112" y="2651760"/>
            <a:ext cx="3840480" cy="877824"/>
          </a:xfrm>
          <a:prstGeom prst="roundRect">
            <a:avLst>
              <a:gd name="adj" fmla="val 625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991856" y="277977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2,821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9400032" y="277977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C#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54112" y="3675888"/>
            <a:ext cx="3840480" cy="877824"/>
          </a:xfrm>
          <a:prstGeom prst="roundRect">
            <a:avLst>
              <a:gd name="adj" fmla="val 625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991856" y="380390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9400032" y="380390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by the head programmer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54112" y="4700016"/>
            <a:ext cx="3840480" cy="877824"/>
          </a:xfrm>
          <a:prstGeom prst="roundRect">
            <a:avLst>
              <a:gd name="adj" fmla="val 625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991856" y="48280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400032" y="482803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scenes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576072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are working code in Assets/_Script only — third-party packages and generated files excluded.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Pre-Thesis Demo  |  Programming Status Report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that were not obvious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7839" cy="950976"/>
          </a:xfrm>
          <a:prstGeom prst="roundRect">
            <a:avLst>
              <a:gd name="adj" fmla="val 576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20240"/>
            <a:ext cx="384048" cy="384048"/>
          </a:xfrm>
          <a:prstGeom prst="ellipse">
            <a:avLst/>
          </a:prstGeom>
          <a:solidFill>
            <a:srgbClr val="7A1A1E"/>
          </a:solidFill>
          <a:ln w="12700">
            <a:solidFill>
              <a:srgbClr val="7A1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1773936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EOS SDKs in one build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334256" y="1773936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failed with colliding native plugins and ~1,000 duplicate-binding warnings.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1773936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Epic integrations were installed. Removed the unused one; the build went to 0 errors.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724912"/>
            <a:ext cx="11057839" cy="950976"/>
          </a:xfrm>
          <a:prstGeom prst="roundRect">
            <a:avLst>
              <a:gd name="adj" fmla="val 576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2999232"/>
            <a:ext cx="384048" cy="384048"/>
          </a:xfrm>
          <a:prstGeom prst="ellipse">
            <a:avLst/>
          </a:prstGeom>
          <a:solidFill>
            <a:srgbClr val="7A1A1E"/>
          </a:solidFill>
          <a:ln w="12700">
            <a:solidFill>
              <a:srgbClr val="7A1A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08176" y="2852928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saw an empty world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334256" y="285292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connected, but no player ever appeared on its screen.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2852928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can instantiate a prefab it holds a reference to; a client can only spawn one that is registered. The two checkouts disagreed.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03904"/>
            <a:ext cx="11057839" cy="950976"/>
          </a:xfrm>
          <a:prstGeom prst="roundRect">
            <a:avLst>
              <a:gd name="adj" fmla="val 576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078224"/>
            <a:ext cx="384048" cy="384048"/>
          </a:xfrm>
          <a:prstGeom prst="ellipse">
            <a:avLst/>
          </a:prstGeom>
          <a:solidFill>
            <a:srgbClr val="7A1A1E"/>
          </a:solidFill>
          <a:ln w="12700">
            <a:solidFill>
              <a:srgbClr val="7A1A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08176" y="3931920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 vanished on Play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334256" y="3931920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Interactable objects disabled themselves the moment the scene started.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3931920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force-disables scene NetworkIdentities, and does it after Awake — so an Awake-time fix silently does nothing.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882896"/>
            <a:ext cx="11057839" cy="950976"/>
          </a:xfrm>
          <a:prstGeom prst="roundRect">
            <a:avLst>
              <a:gd name="adj" fmla="val 576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" y="5157216"/>
            <a:ext cx="384048" cy="384048"/>
          </a:xfrm>
          <a:prstGeom prst="ellipse">
            <a:avLst/>
          </a:prstGeom>
          <a:solidFill>
            <a:srgbClr val="7A1A1E"/>
          </a:solidFill>
          <a:ln w="12700">
            <a:solidFill>
              <a:srgbClr val="7A1A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08176" y="5010912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Lobby creation rejected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334256" y="5010912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room returned InvalidUser, seemingly at random.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5010912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login is asynchronous. Clicking before login completed sent the request with no identity. Now gated on login state.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408176" y="13167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334256" y="13167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ACTUALLY WRONG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0" y="13167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each was found by reading the third-party source rather than guessing at its behaviour.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Pre-Thesis Demo  |  Programming Status Report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Health, and what is still open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94960" cy="1975104"/>
          </a:xfrm>
          <a:prstGeom prst="roundRect">
            <a:avLst>
              <a:gd name="adj" fmla="val 277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7739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health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7627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9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626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505456" y="217627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9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505456" y="29626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warnings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69664" y="217627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9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169664" y="29626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build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4496" y="1572768"/>
            <a:ext cx="5349240" cy="1975104"/>
          </a:xfrm>
          <a:prstGeom prst="roundRect">
            <a:avLst>
              <a:gd name="adj" fmla="val 277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0" y="17739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this week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194560"/>
            <a:ext cx="47548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creates a room; a second machine finds and joins it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players spawn, move, and are visible to each other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sandbox scenes run with no server present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749040"/>
            <a:ext cx="11057839" cy="2084832"/>
          </a:xfrm>
          <a:prstGeom prst="roundRect">
            <a:avLst>
              <a:gd name="adj" fmla="val 263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96112" y="39502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— carried into next week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3891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browser UI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438912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returns parsed rooms; nothing draws them yet.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497312" y="4407408"/>
            <a:ext cx="786384" cy="274320"/>
          </a:xfrm>
          <a:prstGeom prst="roundRect">
            <a:avLst>
              <a:gd name="adj" fmla="val 46667"/>
            </a:avLst>
          </a:prstGeom>
          <a:solidFill>
            <a:srgbClr val="7A1A1E"/>
          </a:solidFill>
          <a:ln w="12700">
            <a:solidFill>
              <a:srgbClr val="7A1A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97312" y="440740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4754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gameplay map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475488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happens in a menu scene with a flat plane.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497312" y="4773168"/>
            <a:ext cx="786384" cy="274320"/>
          </a:xfrm>
          <a:prstGeom prst="roundRect">
            <a:avLst>
              <a:gd name="adj" fmla="val 46667"/>
            </a:avLst>
          </a:prstGeom>
          <a:solidFill>
            <a:srgbClr val="7A1A1E"/>
          </a:solidFill>
          <a:ln w="12700">
            <a:solidFill>
              <a:srgbClr val="7A1A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97312" y="477316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5120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Private-room passwords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512064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decided, not yet implemented — must be sent outside the lobby.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497312" y="5138928"/>
            <a:ext cx="786384" cy="274320"/>
          </a:xfrm>
          <a:prstGeom prst="roundRect">
            <a:avLst>
              <a:gd name="adj" fmla="val 46667"/>
            </a:avLst>
          </a:prstGeom>
          <a:solidFill>
            <a:srgbClr val="7D5316"/>
          </a:solidFill>
          <a:ln w="12700">
            <a:solidFill>
              <a:srgbClr val="7D531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97312" y="513892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5486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Rules system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749040" y="54864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started. This is the design thesis and needs a scheduled slot.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497312" y="5504688"/>
            <a:ext cx="786384" cy="274320"/>
          </a:xfrm>
          <a:prstGeom prst="roundRect">
            <a:avLst>
              <a:gd name="adj" fmla="val 46667"/>
            </a:avLst>
          </a:prstGeom>
          <a:solidFill>
            <a:srgbClr val="7A1A1E"/>
          </a:solidFill>
          <a:ln w="12700">
            <a:solidFill>
              <a:srgbClr val="7A1A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97312" y="550468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Pre-Thesis Demo  |  Programming Status Report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week's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49240" cy="2962656"/>
          </a:xfrm>
          <a:prstGeom prst="roundRect">
            <a:avLst>
              <a:gd name="adj" fmla="val 185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8470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Programmer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86000"/>
            <a:ext cx="469087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room browser UI on top of the working search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match from the menu scene into a real level scene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private-room password exchange after join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13 Rules system: state container and sync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2784" y="1627632"/>
            <a:ext cx="5349240" cy="2962656"/>
          </a:xfrm>
          <a:prstGeom prst="roundRect">
            <a:avLst>
              <a:gd name="adj" fmla="val 185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01968" y="18470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487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Gameplay Programmer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286000"/>
            <a:ext cx="4690872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interaction to the equipment the demo needs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downed / revive timings against playtest feel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the props and triggers for the demo map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5010912"/>
            <a:ext cx="11057839" cy="1097280"/>
          </a:xfrm>
          <a:prstGeom prst="roundRect">
            <a:avLst>
              <a:gd name="adj" fmla="val 500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96112" y="5175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cadence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546811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is issued weekly from here to submission. Each edition carries the same four sections: what shipped, evidence from playtest, what broke and why, and what is scheduled next.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Pre-Thesis Demo  |  Programming Status Report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0665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6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stands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523744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hardest technical risk is behind us.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511296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 in, the demo has a working online session, a server-authoritative gameplay layer, an encrypted save system, and a build that compiles clean. What remains is content on top of proven foundations — which is the order a project wants to do things in.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5029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Pre-Thesis Demo  |  Programming Status Report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8-12 Sep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Pre-Thesis Demo - Programming Status Report</dc:title>
  <dc:subject>PptxGenJS Presentation</dc:subject>
  <dc:creator>Mr.k</dc:creator>
  <cp:lastModifiedBy>Mr.k</cp:lastModifiedBy>
  <cp:revision>1</cp:revision>
  <dcterms:created xsi:type="dcterms:W3CDTF">2026-09-12T09:12:46Z</dcterms:created>
  <dcterms:modified xsi:type="dcterms:W3CDTF">2026-09-12T09:12:46Z</dcterms:modified>
</cp:coreProperties>
</file>