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report. The next slide sets the boundary between my work and my teammate's before anything is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only remember one slide from this deck, it is this one. Left column = mine. Right column = my teammate's. Middle = their idea, my multiplayer rewrite.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when presenting this slide: I did not invent these features. I made them safe to run over a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three recordings here if the room has time. Frames on this slide are pulled from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0116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2359152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work on the Pre-Thesis Demo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2735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Mr.k  ·  Head Programmer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3159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WEEK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45537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8-12 Sep 2026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361688" y="43159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AGE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45537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 – 12 Sep 2026  (≈ 4.5 weeks)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65008" y="43159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COMMITS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065008" y="45537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my own, on top of 3 team merges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5961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this deck is traceable to a commit in the team repository.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ELSE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mine, and what is not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has two programmers. This slide draws the line so nothing later in the deck is ambiguous.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3611880" cy="3822192"/>
          </a:xfrm>
          <a:prstGeom prst="roundRect">
            <a:avLst>
              <a:gd name="adj" fmla="val 1519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139696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139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5237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by me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962656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system (encrypted)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creation &amp; matchmaking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browser data layer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online mode switch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Scene-persistence utilities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tooling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HUD root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71416" y="1920240"/>
            <a:ext cx="3611880" cy="3822192"/>
          </a:xfrm>
          <a:prstGeom prst="roundRect">
            <a:avLst>
              <a:gd name="adj" fmla="val 1519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82312" y="2139696"/>
            <a:ext cx="2286000" cy="274320"/>
          </a:xfrm>
          <a:prstGeom prst="roundRect">
            <a:avLst>
              <a:gd name="adj" fmla="val 46667"/>
            </a:avLst>
          </a:prstGeom>
          <a:solidFill>
            <a:srgbClr val="6E6876"/>
          </a:solidFill>
          <a:ln w="12700">
            <a:solidFill>
              <a:srgbClr val="6E687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82312" y="2139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THEIRS, REWRITTEN BY ME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782312" y="25237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ownership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82312" y="2926080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teammate designed and wrote these as single-player systems. I rewrote them to run under server authority so they work for six players.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82312" y="38404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system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damage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movement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First-person camera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bar UI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75904" y="1920240"/>
            <a:ext cx="3227832" cy="3822192"/>
          </a:xfrm>
          <a:prstGeom prst="roundRect">
            <a:avLst>
              <a:gd name="adj" fmla="val 1700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0" y="2139696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5487B0"/>
          </a:solidFill>
          <a:ln w="12700">
            <a:solidFill>
              <a:srgbClr val="5487B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0" y="2139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TEAMMATE'S WORK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25237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mine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2926080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the Sub coder and merged into my branch. I am not claiming any of it.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3694176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single-player design of the systems in the middle column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Downed / revive feature (added 12 Sep, ≈180 lines)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prop setup in test scenes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92531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this split: my commits vs. the three `git pull` merges in the repository history.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Mr.k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commit history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90472"/>
            <a:ext cx="11057839" cy="384048"/>
          </a:xfrm>
          <a:prstGeom prst="roundRect">
            <a:avLst>
              <a:gd name="adj" fmla="val 11905"/>
            </a:avLst>
          </a:prstGeom>
          <a:solidFill>
            <a:srgbClr val="1E1E26"/>
          </a:solidFill>
          <a:ln w="6350">
            <a:solidFill>
              <a:srgbClr val="2A2A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5179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151790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system: encrypted save/load, droppable one-off items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168128" y="1545336"/>
            <a:ext cx="1005840" cy="274320"/>
          </a:xfrm>
          <a:prstGeom prst="roundRect">
            <a:avLst>
              <a:gd name="adj" fmla="val 46667"/>
            </a:avLst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68128" y="15453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929384"/>
            <a:ext cx="11057839" cy="384048"/>
          </a:xfrm>
          <a:prstGeom prst="roundRect">
            <a:avLst>
              <a:gd name="adj" fmla="val 11905"/>
            </a:avLst>
          </a:prstGeom>
          <a:solidFill>
            <a:srgbClr val="1E1E26"/>
          </a:solidFill>
          <a:ln w="6350">
            <a:solidFill>
              <a:srgbClr val="2A2A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19568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Aug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084832" y="195681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tooling and repository setup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168128" y="1984248"/>
            <a:ext cx="1005840" cy="274320"/>
          </a:xfrm>
          <a:prstGeom prst="roundRect">
            <a:avLst>
              <a:gd name="adj" fmla="val 46667"/>
            </a:avLst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168128" y="1984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2368296"/>
            <a:ext cx="11057839" cy="384048"/>
          </a:xfrm>
          <a:prstGeom prst="roundRect">
            <a:avLst>
              <a:gd name="adj" fmla="val 11905"/>
            </a:avLst>
          </a:prstGeom>
          <a:solidFill>
            <a:srgbClr val="1E1E26"/>
          </a:solidFill>
          <a:ln w="6350">
            <a:solidFill>
              <a:srgbClr val="2A2A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23957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Aug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084832" y="23957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pass on my own earlier work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168128" y="2423160"/>
            <a:ext cx="1005840" cy="274320"/>
          </a:xfrm>
          <a:prstGeom prst="roundRect">
            <a:avLst>
              <a:gd name="adj" fmla="val 46667"/>
            </a:avLst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168128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" y="28346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Aug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084832" y="28346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merge: teammate's player movement &amp; camera arrives 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68128" y="2862072"/>
            <a:ext cx="1005840" cy="274320"/>
          </a:xfrm>
          <a:prstGeom prst="roundRect">
            <a:avLst>
              <a:gd name="adj" fmla="val 46667"/>
            </a:avLst>
          </a:prstGeom>
          <a:solidFill>
            <a:srgbClr val="2A2A34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68128" y="2862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3246120"/>
            <a:ext cx="11057839" cy="384048"/>
          </a:xfrm>
          <a:prstGeom prst="roundRect">
            <a:avLst>
              <a:gd name="adj" fmla="val 11905"/>
            </a:avLst>
          </a:prstGeom>
          <a:solidFill>
            <a:srgbClr val="1E1E26"/>
          </a:solidFill>
          <a:ln w="6350">
            <a:solidFill>
              <a:srgbClr val="2A2A3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32735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01–02 Sep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084832" y="327355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search stops auto-joining; returns every open room. Lobby data layer.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168128" y="3300984"/>
            <a:ext cx="1005840" cy="274320"/>
          </a:xfrm>
          <a:prstGeom prst="roundRect">
            <a:avLst>
              <a:gd name="adj" fmla="val 46667"/>
            </a:avLst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68128" y="3300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" y="37124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Sep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084832" y="371246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merge: teammate's interaction &amp; health systems arrive 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168128" y="3739896"/>
            <a:ext cx="1005840" cy="274320"/>
          </a:xfrm>
          <a:prstGeom prst="roundRect">
            <a:avLst>
              <a:gd name="adj" fmla="val 46667"/>
            </a:avLst>
          </a:prstGeom>
          <a:solidFill>
            <a:srgbClr val="2A2A34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68128" y="37398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4123944"/>
            <a:ext cx="11057839" cy="384048"/>
          </a:xfrm>
          <a:prstGeom prst="roundRect">
            <a:avLst>
              <a:gd name="adj" fmla="val 11905"/>
            </a:avLst>
          </a:prstGeom>
          <a:solidFill>
            <a:srgbClr val="1E1E26"/>
          </a:solidFill>
          <a:ln w="6350">
            <a:solidFill>
              <a:srgbClr val="2A2A3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6384" y="41513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Sep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084832" y="415137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Rewrote interaction, health and player control to server-authoritative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168128" y="4178808"/>
            <a:ext cx="1005840" cy="274320"/>
          </a:xfrm>
          <a:prstGeom prst="roundRect">
            <a:avLst>
              <a:gd name="adj" fmla="val 46667"/>
            </a:avLst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168128" y="4178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4562856"/>
            <a:ext cx="11057839" cy="384048"/>
          </a:xfrm>
          <a:prstGeom prst="roundRect">
            <a:avLst>
              <a:gd name="adj" fmla="val 11905"/>
            </a:avLst>
          </a:prstGeom>
          <a:solidFill>
            <a:srgbClr val="1E1E26"/>
          </a:solidFill>
          <a:ln w="6350">
            <a:solidFill>
              <a:srgbClr val="2A2A3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6384" y="45902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Sep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2084832" y="459028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vanishing interactables and dead damage triggers in offline scenes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168128" y="4617720"/>
            <a:ext cx="1005840" cy="274320"/>
          </a:xfrm>
          <a:prstGeom prst="roundRect">
            <a:avLst>
              <a:gd name="adj" fmla="val 46667"/>
            </a:avLst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168128" y="4617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86384" y="50292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Sep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2084832" y="50292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merge: teammate's downed / revive feature arrives —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168128" y="5056632"/>
            <a:ext cx="1005840" cy="274320"/>
          </a:xfrm>
          <a:prstGeom prst="roundRect">
            <a:avLst>
              <a:gd name="adj" fmla="val 46667"/>
            </a:avLst>
          </a:prstGeom>
          <a:solidFill>
            <a:srgbClr val="2A2A34"/>
          </a:solidFill>
          <a:ln w="12700">
            <a:solidFill>
              <a:srgbClr val="2A2A3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168128" y="50566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5440680"/>
            <a:ext cx="11057839" cy="384048"/>
          </a:xfrm>
          <a:prstGeom prst="roundRect">
            <a:avLst>
              <a:gd name="adj" fmla="val 11905"/>
            </a:avLst>
          </a:prstGeom>
          <a:solidFill>
            <a:srgbClr val="1E1E26"/>
          </a:solidFill>
          <a:ln w="6350">
            <a:solidFill>
              <a:srgbClr val="2A2A3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86384" y="54681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Sep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2084832" y="54681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commits driving the two-machine online test to a working state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168128" y="5495544"/>
            <a:ext cx="1005840" cy="274320"/>
          </a:xfrm>
          <a:prstGeom prst="roundRect">
            <a:avLst>
              <a:gd name="adj" fmla="val 46667"/>
            </a:avLst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168128" y="54955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66928" y="60533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messages are in Thai in the repository; translated here. 11 of my own commits, 3 merges bringing in my teammate's work.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Mr.k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  ·  01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save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253167" y="365760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53167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5760720" cy="4023360"/>
          </a:xfrm>
          <a:prstGeom prst="roundRect">
            <a:avLst>
              <a:gd name="adj" fmla="val 1364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184708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2860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player progression to the machine as AES-256 encrypted JSON, not readable or editable in a text editor.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automatically before the first scene, so no system has to ask whether a save exists.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static source of truth — no component keeps its own copy of save data to drift out of sync.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items are capped at one copy and removed on drop, trade or death.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Inspector shows live save contents during Play, so progression bugs are visible without a debugger.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20256" y="1627632"/>
            <a:ext cx="4983480" cy="4023360"/>
          </a:xfrm>
          <a:prstGeom prst="roundRect">
            <a:avLst>
              <a:gd name="adj" fmla="val 1364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949440" y="184708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 I want to defend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2860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encryption key is not stored as one string. It is split into four byte arrays and assembled at runtime.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3017520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keys are split so a single 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cannot be grepped out of the binary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keyPart1 … keyPart4  →  GetKey()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968496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determined attacker with the binary still wins — that is true of any client-side save. The goal is narrower and achievable: make casual save editing not worth the effort, which is what actually damages a co-op game's economy.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8521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347 lines  ·  4 files  ·  committed 12 Aug 2026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Mr.k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  ·  02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creation &amp; matchmaking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253167" y="365760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53167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4572000" cy="4023360"/>
          </a:xfrm>
          <a:prstGeom prst="roundRect">
            <a:avLst>
              <a:gd name="adj" fmla="val 1364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tmp/claude-0/-home-claude/1390a9ce-40b9-5e21-8a81-99b2e23edd0b/scratchpad/img/ev_menu_butt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83664"/>
            <a:ext cx="3749040" cy="21579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4114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my playtest recording, 12 Sep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444398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Room opens a lobby on Epic's service and starts hosting. Find Room searches and returns every open room.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31536" y="1627632"/>
            <a:ext cx="6172200" cy="1243584"/>
          </a:xfrm>
          <a:prstGeom prst="roundRect">
            <a:avLst>
              <a:gd name="adj" fmla="val 4412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05856" y="1865376"/>
            <a:ext cx="365760" cy="365760"/>
          </a:xfrm>
          <a:prstGeom prst="ellipse">
            <a:avLst/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05856" y="1865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181344" y="177393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room is a data contract, not a button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181344" y="2121408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difficulty, player limit and privacy live in one validated structure. The UI cannot create a room that the join path can't read.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31536" y="3017520"/>
            <a:ext cx="6172200" cy="1243584"/>
          </a:xfrm>
          <a:prstGeom prst="roundRect">
            <a:avLst>
              <a:gd name="adj" fmla="val 4412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05856" y="3255264"/>
            <a:ext cx="365760" cy="365760"/>
          </a:xfrm>
          <a:prstGeom prst="ellipse">
            <a:avLst/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05856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181344" y="31638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browser knows before you join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181344" y="3511296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room advertises its map, difficulty, lock state and a live 2/6 player count — so a player picks a room instead of gambling on one.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31536" y="4407408"/>
            <a:ext cx="6172200" cy="1243584"/>
          </a:xfrm>
          <a:prstGeom prst="roundRect">
            <a:avLst>
              <a:gd name="adj" fmla="val 4412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05856" y="4645152"/>
            <a:ext cx="365760" cy="365760"/>
          </a:xfrm>
          <a:prstGeom prst="ellipse">
            <a:avLst/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05856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181344" y="455371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Passwords are never a room attribute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181344" y="4901184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read Epic's lobby API and found that attributes marked private are still readable by anyone searching. So the password is verified after joining, never advertised.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5870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lines  ·  5 files  ·  1–2 Sep, extended 12 Sep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Mr.k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  ·  03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my teammate's systems multiplayer-safe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247327" y="365760"/>
            <a:ext cx="2377440" cy="274320"/>
          </a:xfrm>
          <a:prstGeom prst="roundRect">
            <a:avLst>
              <a:gd name="adj" fmla="val 46667"/>
            </a:avLst>
          </a:prstGeom>
          <a:solidFill>
            <a:srgbClr val="6E6876"/>
          </a:solidFill>
          <a:ln w="12700">
            <a:solidFill>
              <a:srgbClr val="6E687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47327" y="365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DESIGN · MY REWRITE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teammate wrote the interaction and health systems as single-player code, which is the right way to write them. My job was the rewrite that makes them survive six players and a hostile client.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218688" y="19933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single-player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33488" y="19933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server-authoritative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30428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1248" y="23042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218688" y="230428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E ran the door's code directly on the machine that pressed it.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333488" y="230428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asks the server which object it wants. The server re-checks distance against its own world before opening anything.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20040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&amp; damage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218688" y="3200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collider applied damage locally, so each machine saw a different health value.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333488" y="32004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server applies damage; health syncs outward. Every player sees the same number.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096512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1248" y="409651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control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3218688" y="409651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copy of the player prefab read the keyboard — so one key press moved all of them.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333488" y="409651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locally owned player reads input. Remote copies are driven by the network.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992624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41248" y="499262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joiners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3218688" y="499262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 joining after a door opened saw it closed.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333488" y="499262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re-applied on connect, so the world is consistent for someone who joins mid-run.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92531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where it is due: the features are my teammate's. The networking model they now run on is mine.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Mr.k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  ·  04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Letting the team test without hosting a match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253167" y="365760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53167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3977640" cy="4023360"/>
          </a:xfrm>
          <a:prstGeom prst="roundRect">
            <a:avLst>
              <a:gd name="adj" fmla="val 1379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tmp/claude-0/-home-claude/1390a9ce-40b9-5e21-8a81-99b2e23edd0b/scratchpad/img/ev_offline_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883664"/>
            <a:ext cx="2834640" cy="2587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TestWalk in Play mode — props still present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48828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my playtest recording, 12 Sep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37176" y="1627632"/>
            <a:ext cx="6766560" cy="4023360"/>
          </a:xfrm>
          <a:prstGeom prst="roundRect">
            <a:avLst>
              <a:gd name="adj" fmla="val 1364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166360" y="184708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 had to solve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2231136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switches off every scene object carrying a network identity, so the server controls when it appears. That is correct in a match — and it means a teammate pressing Play in a test scene watches every prop vanish.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166360" y="314553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166360" y="3566160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offline check every system consults, so gameplay code is written once and behaves correctly with or without a server.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spawner that places a test player and restores the objects Mirror disabled — and does nothing at all once a match is running.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helpers so the Epic manager and HUD survive scene changes instead of being destroyed mid-match.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this took three attempts. The first two assumed Mirror disables objects before Awake — it does not. The working version stops guessing at Unity's ordering and watches for several frames.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Mr.k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12 SEP 2026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Playtest — two machines, one world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200400" cy="3200400"/>
          </a:xfrm>
          <a:prstGeom prst="roundRect">
            <a:avLst>
              <a:gd name="adj" fmla="val 1714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tmp/claude-0/-home-claude/1390a9ce-40b9-5e21-8a81-99b2e23edd0b/scratchpad/img/ev_hierarchy_2p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773936"/>
            <a:ext cx="2286000" cy="17739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248" y="3621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Player(Clone) in one scene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and joined client both present.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59936" y="1554480"/>
            <a:ext cx="4206240" cy="3200400"/>
          </a:xfrm>
          <a:prstGeom prst="roundRect">
            <a:avLst>
              <a:gd name="adj" fmla="val 1714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1390a9ce-40b9-5e21-8a81-99b2e23edd0b/scratchpad/img/ev_gameview_rem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773936"/>
            <a:ext cx="3785616" cy="21396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70248" y="3986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player, seen from my client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558784" y="1554480"/>
            <a:ext cx="3044952" cy="3200400"/>
          </a:xfrm>
          <a:prstGeom prst="roundRect">
            <a:avLst>
              <a:gd name="adj" fmla="val 1802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tmp/claude-0/-home-claude/1390a9ce-40b9-5e21-8a81-99b2e23edd0b/scratchpad/img/ev_console_jo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773936"/>
            <a:ext cx="2606040" cy="12984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77824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established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8778240" y="3511296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resolved the host's Epic user ID and connected through it — no IP address involved.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66928" y="4956048"/>
            <a:ext cx="11057839" cy="1243584"/>
          </a:xfrm>
          <a:prstGeom prst="roundRect">
            <a:avLst>
              <a:gd name="adj" fmla="val 4412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896112" y="51206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 supplied with this deck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896112" y="54132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13-48-04.mp4  (0:54)  — offline sandbox: interactables stay present, damage trigger fires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15-35-02.mp4  (1:18)  — creating a room on Epic and starting the host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15-35-42.mp4  (0:40)  — second client finds the room, joins, and both players appear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Mr.k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  ·  05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 I found by reading, not guessing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578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had a plausible wrong explanation that would have cost days. I found the real cause by reading the library's own source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267712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14016"/>
            <a:ext cx="402336" cy="402336"/>
          </a:xfrm>
          <a:prstGeom prst="ellipse">
            <a:avLst/>
          </a:prstGeom>
          <a:solidFill>
            <a:srgbClr val="7D5316"/>
          </a:solidFill>
          <a:ln w="12700">
            <a:solidFill>
              <a:srgbClr val="7D53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26771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would not compile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133088" y="226771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Epic SDKs were installed at once, colliding on the same native library.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193024" y="2267712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unused integration. 0 errors, 0 warnings.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035808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182112"/>
            <a:ext cx="402336" cy="402336"/>
          </a:xfrm>
          <a:prstGeom prst="ellipse">
            <a:avLst/>
          </a:prstGeom>
          <a:solidFill>
            <a:srgbClr val="7D5316"/>
          </a:solidFill>
          <a:ln w="12700">
            <a:solidFill>
              <a:srgbClr val="7D53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89888" y="3035808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joined into an empty world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133088" y="303580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can spawn a prefab it references; a client can only spawn one that is registered.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193024" y="3035808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checkout mismatch between the two machines.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803904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950208"/>
            <a:ext cx="402336" cy="402336"/>
          </a:xfrm>
          <a:prstGeom prst="ellipse">
            <a:avLst/>
          </a:prstGeom>
          <a:solidFill>
            <a:srgbClr val="7D5316"/>
          </a:solidFill>
          <a:ln w="12700">
            <a:solidFill>
              <a:srgbClr val="7D53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89888" y="380390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disappeared on Play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133088" y="3803904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disables scene objects after Awake, so an Awake-time fix runs too early to see it.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193024" y="3803904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Rewrote the fix to watch across frames.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572000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4718304"/>
            <a:ext cx="402336" cy="402336"/>
          </a:xfrm>
          <a:prstGeom prst="ellipse">
            <a:avLst/>
          </a:prstGeom>
          <a:solidFill>
            <a:srgbClr val="7D5316"/>
          </a:solidFill>
          <a:ln w="12700">
            <a:solidFill>
              <a:srgbClr val="7D531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718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89888" y="4572000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rejected with InvalidUser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133088" y="457200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login is asynchronous; the button could be pressed before login finished.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193024" y="4572000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room creation on login state.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340096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" y="5486400"/>
            <a:ext cx="402336" cy="402336"/>
          </a:xfrm>
          <a:prstGeom prst="ellipse">
            <a:avLst/>
          </a:prstGeom>
          <a:solidFill>
            <a:srgbClr val="7D5316"/>
          </a:solidFill>
          <a:ln w="12700">
            <a:solidFill>
              <a:srgbClr val="7D531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486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89888" y="5340096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did nothing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133088" y="5340096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relied on a tag the spawned prefab did not carry — only the old hand-placed player did.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193024" y="5340096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by component instead of tag.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389888" y="19568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133088" y="19568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CAUSE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193024" y="19568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Mr.k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contribution in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2615184" cy="1700784"/>
          </a:xfrm>
          <a:prstGeom prst="roundRect">
            <a:avLst>
              <a:gd name="adj" fmla="val 3226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1847088"/>
            <a:ext cx="2615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08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1,360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63347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I wrote from scratch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19856" y="1609344"/>
            <a:ext cx="2615184" cy="1700784"/>
          </a:xfrm>
          <a:prstGeom prst="roundRect">
            <a:avLst>
              <a:gd name="adj" fmla="val 3226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19856" y="1847088"/>
            <a:ext cx="2615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E6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1,461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419856" y="263347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I rewrote for multiplayer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2784" y="1609344"/>
            <a:ext cx="2615184" cy="1700784"/>
          </a:xfrm>
          <a:prstGeom prst="roundRect">
            <a:avLst>
              <a:gd name="adj" fmla="val 3226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72784" y="1847088"/>
            <a:ext cx="2615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08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263347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of my own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25712" y="1609344"/>
            <a:ext cx="2615184" cy="1700784"/>
          </a:xfrm>
          <a:prstGeom prst="roundRect">
            <a:avLst>
              <a:gd name="adj" fmla="val 3226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25712" y="1847088"/>
            <a:ext cx="2615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08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125712" y="263347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bugs root-caused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602736"/>
            <a:ext cx="5486400" cy="2231136"/>
          </a:xfrm>
          <a:prstGeom prst="roundRect">
            <a:avLst>
              <a:gd name="adj" fmla="val 2459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6112" y="37856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my lines went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&amp; matchmaking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94176" y="4279392"/>
            <a:ext cx="1600200" cy="137160"/>
          </a:xfrm>
          <a:prstGeom prst="rect">
            <a:avLst/>
          </a:prstGeom>
          <a:solidFill>
            <a:srgbClr val="D08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76672" y="4206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4517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system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94176" y="4590288"/>
            <a:ext cx="1233932" cy="137160"/>
          </a:xfrm>
          <a:prstGeom prst="rect">
            <a:avLst/>
          </a:prstGeom>
          <a:solidFill>
            <a:srgbClr val="D08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76672" y="45171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347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core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94176" y="4901184"/>
            <a:ext cx="1031240" cy="137160"/>
          </a:xfrm>
          <a:prstGeom prst="rect">
            <a:avLst/>
          </a:prstGeom>
          <a:solidFill>
            <a:srgbClr val="D08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76672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tooling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94176" y="5212080"/>
            <a:ext cx="707644" cy="137160"/>
          </a:xfrm>
          <a:prstGeom prst="rect">
            <a:avLst/>
          </a:prstGeom>
          <a:solidFill>
            <a:srgbClr val="D08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76672" y="5138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96112" y="5449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HUD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94176" y="5522976"/>
            <a:ext cx="263144" cy="137160"/>
          </a:xfrm>
          <a:prstGeom prst="rect">
            <a:avLst/>
          </a:prstGeom>
          <a:solidFill>
            <a:srgbClr val="D08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76672" y="54498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45936" y="3602736"/>
            <a:ext cx="5257800" cy="2231136"/>
          </a:xfrm>
          <a:prstGeom prst="roundRect">
            <a:avLst>
              <a:gd name="adj" fmla="val 2459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675120" y="378561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do not show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6675120" y="4187952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rewrite column is the harder half. Writing a new system is bounded work; changing someone else's working code so it behaves identically for one player and correctly for six — without breaking what they built — is where most of this week actually went.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Mr.k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am doing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865376"/>
            <a:ext cx="420624" cy="420624"/>
          </a:xfrm>
          <a:prstGeom prst="ellipse">
            <a:avLst/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737360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browser UI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37360"/>
            <a:ext cx="6419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already returns every open room with its map, difficulty, lock state and player count. Nothing draws it yet — that is my next build.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688336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9536" y="2944368"/>
            <a:ext cx="420624" cy="420624"/>
          </a:xfrm>
          <a:prstGeom prst="ellipse">
            <a:avLst/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816352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the match into a real scene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816352"/>
            <a:ext cx="6419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test currently runs in the menu scene. Next is a proper level load with players spawning into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767328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4023360"/>
            <a:ext cx="420624" cy="420624"/>
          </a:xfrm>
          <a:prstGeom prst="ellipse">
            <a:avLst/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3895344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Private-room passwords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895344"/>
            <a:ext cx="6419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is settled — verified after joining, never advertised. Implementation is mine.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846320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" y="5102352"/>
            <a:ext cx="420624" cy="420624"/>
          </a:xfrm>
          <a:prstGeom prst="ellipse">
            <a:avLst/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" y="5102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97433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the 13 Rules system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4974336"/>
            <a:ext cx="6419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thesis of the game and still unstarted. I want it under way before it becomes the thing we ran out of time for.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9618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report against this list in next week's personal presentation.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Mr.k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04825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6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POSITION THIS WEEK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2468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own the layer everything else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 to stand on.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968496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connection, the save system, the rule that a client cannot lie to the server, and the ability for my teammate to test his own work without me. None of it is visible in a screenshot of the game — all of it is the reason there is a game to screenshot.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53583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08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Mr.k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8-12 Sep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Pre-Thesis Demo - Personal Work Report - Mr.k</dc:title>
  <dc:subject>PptxGenJS Presentation</dc:subject>
  <dc:creator>Mr.k</dc:creator>
  <cp:lastModifiedBy>Mr.k</cp:lastModifiedBy>
  <cp:revision>1</cp:revision>
  <dcterms:created xsi:type="dcterms:W3CDTF">2026-09-12T09:12:01Z</dcterms:created>
  <dcterms:modified xsi:type="dcterms:W3CDTF">2026-09-12T09:12:01Z</dcterms:modified>
</cp:coreProperties>
</file>