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สไลด์ชุดนี้รวมงานทุกสัปดาห์ไว้ที่เดียว พูดเฉพาะงานที่ผมเขียนเอง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 ถ้าเวลาน้อยให้พูดแค่ห้าข้อนี้พอ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สไลด์นี้สำคัญ ห้ามให้อาจารย์เข้าใจผิดว่าเคลมงานเพื่อน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ชี้ให้เห็นว่าไม่ได้ทำสะเปะสะปะ แต่ละสัปดาห์มีของที่ต้องเสร็จก่อนถึงจะทำอันถัดไปได้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ถ้าโดนถามเรื่องความปลอดภัย ให้ตอบตรง ๆ ว่ากันคนแก้เซฟธรรมดา ไม่ได้กันแฮกเกอร์จริงจัง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ประเด็นรหัสห้องเป็นจุดที่อาจารย์น่าจะชอบ เพราะเป็นการคิดเรื่องความปลอดภัยเอง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ย้ำว่าออกแบบมาเพื่อไม่ให้เพื่อนต้องมาเรียน Mirror ใหม่ทั้งคน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อันนี้เป็นงานที่คนไม่เห็น แต่ทำให้ทั้งทีมทำงานเร็วขึ้น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เวอร์ชันแรกผมทำประตูเปิดทันทีที่ทำ Task ครบ ซึ่งผิด แล้วแก้ตามที่ทีมออกแบบไว้จริง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เน้นว่าเป็นเรื่องการแบ่งงาน คนออกแบบเกมปรับตัวเลขได้เองโดยไม่ต้องรอโปรแกรมเมอร์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พูดให้ชัดว่าโครงเป็นของเพื่อน ส่วนของผมคือส่วนมัลติเพลเยอร์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อาจารย์ชอบสไลด์แบบนี้ เพราะแสดงวิธีคิดไม่ใช่แค่ผลลัพธ์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จุดขายคือ เราวัดก่อนแล้วค่อยตั้งตัวเลข ไม่ใช่เดาเอา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สไลด์ปิด ไล่ทีละข้อสั้น ๆ แล้วจบที่บรรทัดตัวเลขข้างล่าง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งานทั้งหมดของผม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 — ตั้งแต่เริ่มโปรเจกต์จนถึงตอนนี้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1 – 4  ·  12 สิงหาคม – 19 กันยายน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ก้องกิดากร ช่วยแจ้ง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  ·  Unity 6.5 + Mirror + Epic Online Services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ภาพรวมทั้งโปรเจกต์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รวมทุกสัปดาห์ตั้งแต่เริ่มจนถึงวันนี้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2,800+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บรรทัดที่เขียนเอง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1,460+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บรรทัดที่รื้อให้เล่นออนไลน์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8288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ระบบหลักที่สร้างเสร็จ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947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ระบบเซฟที่เข้ารหัส — กันคนแก้ไฟล์เซฟ และเป็นแหล่งข้อมูลเดียวของเกม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976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ระบบสร้างห้องและหาห้อง — รองรับ 2 – 6 คน ผ่าน Epic Online Services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8006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รื้อระบบของเพื่อนให้เล่นออนไลน์ได้ — ตัวละคร ชีวิต การโต้ตอบ ผี มินิเกม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03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เครื่องมือให้ทีมทดสอบได้โดยไม่ต้องเปิดเซิร์ฟเวอร์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8064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Match — เฟส นาฬิกา ทางออก ความยาก และกติกาจบเกม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อะไรเป็นงานผม อะไรไม่ใช่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แยกให้ชัดตั้งแต่ต้น เพราะโปรเจกต์นี้ทำกัน 5 คน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ผมเขียนเองทั้งหมด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ระบบเซฟที่เข้ารหัส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 / หาห้อง / จับคู่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สลับโหมดออฟไลน์–ออนไลน์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Match และเฟสของรอบ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ระบบความยาก 4 ระดับ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ทางออกและกติกาจบเกม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PlayerRegistry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TaskTimer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ระบบเสียงพูดในเกม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งานเพื่อน ผมรื้อให้ออนไลน์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การโต้ตอบกับวัตถุ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ชีวิตและความเสียหาย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การเคลื่อนที่ของตัวละคร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กล้องมุมมองบุคคลที่หนึ่ง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UI หลอดเลือด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ระบบผีพื้นฐาน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งานของเพื่อน ผมไม่ได้แตะ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 — ออกแบบและเขียนมินิเกมป๊อปคอร์น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 — ระบบล้ม/ช่วยเพื่อน และการวางของในฉาก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นนพัทธ์ — ระบบผีต้นฉบับ (Enemy, TimedGhost, GhostManager, ไฟ)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มินิเกมป๊อปคอร์นเป็นของอติโรจน์  ·  ระบบผีเป็นของนนพัทธ์  ·  ส่วนของผมคือทำให้ทั้งสองระบบเล่นหลายคนได้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ลำดับงานสี่สัปดาห์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แต่ละสัปดาห์ต่อยอดจากสัปดาห์ก่อน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– 22 ส.ค.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57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วางโครงโปรเจกต์ ระบบเซฟที่เข้ารหัส และเมนูหลัก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369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81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 ส.ค. – 5 ก.ย.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 Epic Online Services สร้างห้อง หาห้อง และล็อกห้องด้วยรหัส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8853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133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– 12 ก.ย.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รื้อระบบของเพื่อนให้เล่นออนไลน์ได้ และทำเครื่องมือทดสอบแบบไม่ต้องเปิดห้อง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184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32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– 19 ก.ย.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5212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Match ความยาก 4 ระดับ กติกาจบเกม และแปลงผี+มินิเกมเป็นหลายคน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ระบบเซฟที่เข้ารหัส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1 – 2  ·  ผมเขียนเองทั้งหมด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สิ่งที่ระบบนี้ทำ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เก็บข้อมูลเป็น JSON แล้วเข้ารหัสด้วย AES-256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โหลดเซฟให้เสร็จก่อนซีนแรกจะเริ่ม ไม่ต้องรอ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เป็นแหล่งข้อมูลเดียวของเกม ทุกระบบอ่านที่เดียวกัน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ของถาวรซื้อซ้ำไม่ได้ ระบบบังคับให้มีได้แค่ชิ้นเดียว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ทำหน้าจอ Inspector เองให้ทีมกดดู/แก้เซฟได้ตอนเทส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เรื่องที่คิดเยอะที่สุด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กุญแจเข้ารหัสถ้าเขียนเป็นข้อความตรง ๆ ในโค้ด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เปิดไฟล์เกมก็เจอทันที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ผมเลยแยกกุญแจเป็นชุดตัวเลข 4 ก้อน แล้วประกอบตอนรัน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ไม่ได้ปลอดภัยระดับธนาคาร แต่พอสำหรับเกมที่ไม่มีเซิร์ฟเวอร์เก็บข้อมูล และทำให้แก้เซฟไม่ได้ด้วยโปรแกรมแก้ข้อความธรรมดา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347 บรรทัด · 4 ไฟล์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ระบบสร้างห้องและหาห้อง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2 – 3  ·  ผมเขียนเองทั้งหมด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ห้องหนึ่งห้องคือข้อตกลงของข้อมูล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ห้องประกาศออกไปว่า เล่นแผนที่ไหน ความยากอะไร ล็อกรหัสหรือเปล่า และตอนนี้กี่คนจาก 2 – 6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คนที่กดหาห้องเห็นข้อมูลครบก่อนกดเข้า ไม่ต้องเข้าไปแล้วค่อยรู้ว่าไม่ใช่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ข้อมูลห้องเป็นตัวกำหนดค่าเริ่มต้นของรอบเล่นจริง ไม่ได้ตั้งซ้ำอีกที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จุดที่ตัดสินใจเรื่องความปลอดภัย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รหัสห้องต้องไม่เป็นข้อมูลที่ห้องประกาศออกไป เพราะข้อมูลที่ประกาศ ใครก็อ่านได้จากรายการห้อง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ระบบจึงประกาศแค่ว่า “ห้องนี้ล็อกอยู่” แล้วไปตรวจรหัสจริงหลังจากเข้าห้องแล้วเท่านั้น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450 บรรทัด · 5 ไฟล์ · Mirror + Epic Online Services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รื้อระบบของเพื่อนให้เล่นออนไลน์ได้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3  ·  โครงเดิมเป็นของอติโรจน์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ระบบเดิมเขียนมาแบบผู้เล่นคนเดียว ทดสอบคนเดียวไม่มีปัญหา แต่พอมี 6 คนพร้อมกันจะพังทันที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การโต้ตอบ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ทุกคนกดเปิดประตูบานเดียวกัน แต่ละจอเห็นไม่ตรงกัน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ให้เซิร์ฟเวอร์ตัดสินที่เดียว แล้วส่งผลไปทุกเครื่อง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ชีวิตและความเสียหาย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200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ไคลเอนต์ลดเลือดตัวเอง แก้ค่าได้ง่าย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3200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ย้ายการคิดเลือดไปที่เซิร์ฟเวอร์ ไคลเอนต์แค่แสดงผล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การควบคุมตัวละคร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กดปุ่มแล้วขยับทุกตัวในฉาก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ล็อกให้คุมได้เฉพาะตัวของตัวเอง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คนเข้าห้องทีหลัง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เข้ามาแล้วเห็นสถานะเก่าผิดหมด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ส่งสถานะปัจจุบันให้ตอนเข้าเกม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ผมไม่ได้เขียนระบบพวกนี้ใหม่ — ผมรื้อส่วนที่ตัดสินใจ ให้เซิร์ฟเวอร์เป็นคนตัดสิน โดยไม่พังโครงเดิม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ให้ทีมทดสอบได้โดยไม่ต้องเปิดห้อง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3  ·  ผมเขียนเองทั้งหมด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พอเปลี่ยนเป็นออนไลน์ ทุกอย่างต้องมีเซิร์ฟเวอร์ถึงจะทำงาน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เพื่อนที่ทำฉากหรือมินิเกมต้องเปิดห้องทุกครั้งแค่จะกดเทสอย่างเดียว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ทางแก้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ทำตัวตรวจว่าตอนนี้มีเซิร์ฟเวอร์ไหม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 ให้ระบบเดินเองในโหมดคนเดียว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และมีตัวสร้างผู้เล่นสำรองให้ฉากทดสอบ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ทำไมถึงคุ้มที่จะเสียเวลาทำ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เพื่อนกด Play แล้วเทสได้เลย ไม่ต้องรู้เรื่อง Mirror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โค้ดชุดเดียวใช้ได้ทั้งออฟไลน์และออนไลน์ ไม่ต้องแยกสองเวอร์ชันให้หลุดกัน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ผมต้องลองถึงสามรอบกว่าจะเจอวิธีที่ไม่พังโหมดออนไลน์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ระบบ Match และกติกาจบเกม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4  ·  ผมเขียนเองทั้งหมด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MatchDirector — ตัวคุมหนึ่งรอบการเล่นทั้งหมด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อ่านความยากและจำนวนผู้เล่นตอนเริ่มรอบ แล้วตั้งค่าด่านให้เองทั้งหมด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คุมนาฬิกาในเกม 00:00 – 06:00 และเฟสของรอบ Night / Escape / Overtime / LockedIn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นับโซนที่ทำเสร็จ = เงื่อนไขรอดชีวิตของทีม  ส่วน Task ของแต่ละคน = เงินที่คนนั้นได้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กติกาทางออก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ประตูเปิดตอน 06:00 เท่านั้น และต้องทำโซนครบ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ถ้าไม่ครบ ไม่มีใครออกได้เลย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ทางออก 3 จุด จุดละ 2 คน = ทีมเต็มพอดี ต้องแยกกันออก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จบเกมได้ 3 ทาง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ทำโซนครบ → ประตูเปิด มีเวลา 1 ชั่วโมงในเกมให้หนี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ไม่ครบ แต่ตายไปแล้ว 2 คน → Overtime ผีแรงขึ้นเรื่อย 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ไม่ครบ และยังอยู่ครบ → ถูกขังในตึก ต้องหากุญแจผี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MatchDirector.cs (51 KB) · MatchState.cs · MatchPhase.cs · PlayerOutcome.cs · ExitPoint.cs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ระบบความยาก 4 ระดับ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4  ·  ออกแบบให้ Game Design ปรับเองได้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Easy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นาที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ไม่มีกฎสถานที่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Normal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957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นาที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มีกฎบางข้อ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3957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นาที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กฎเยอะขึ้น ล้มง่ายขึ้น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Rules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3957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นาที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กฎครบ 13 ข้อ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ยากขึ้น = คืนยาวขึ้น ไม่ใช่สั้นลง เพราะกลางคืนคือช่วงที่อันตราย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ค่าที่ปรับได้จาก Inspector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526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จำนวนกฎสถานที่ (0 – 13 ข้อ)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งานเพิ่มต่อโซน และงานเพิ่มต่อผู้เล่น 1 คน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ความเร็วการลด Sanity และจำนวนผีที่สุ่มเพิ่ม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สิ่งที่ผมกันไว้ในโค้ด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526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เตือนทันทีถ้าตั้งโหมด 13 Rules แต่กฎไม่ครบ 13 ข้อ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เตือนถ้างานที่สุ่มเพิ่มเกินกว่าที่แผนที่รับได้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กฎของเกม เช่น กลางคืน 6 ชั่วโมง ทำเป็น const แก้ผิดไม่ได้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7. แปลงระบบผีและมินิเกมให้เล่นหลายคน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4  ·  ระบบผีของนนพัทธ์ มินิเกมของอติโรจน์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225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94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ผีไล่ผู้เล่นได้แค่คนเดียว อีก 5 คนผีไม่สนเลย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PlayerRegistry ให้เลือกคนใกล้สุดที่มองเห็นจริง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369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ของผีรันทุกเครื่อง ผีอยู่คนละที่บนแต่ละจอ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 AI ไปรันที่เซิร์ฟเวอร์ที่เดียว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Jumpscare ขึ้นทุกจอพร้อมกัน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ส่งเฉพาะเครื่องของคนที่โดน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0657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937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มินิเกมนับคะแนนของตัวเอง 6 เครื่องได้ 6 คะแนน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PopcornNetSync ให้เซิร์ฟเวอร์ตัดสินที่เดียว ทุกคนเห็นออเดอร์เดียวกัน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ผมไม่ได้เขียนระบบผีหรือมินิเกม — ผมแปลงให้รองรับผู้เล่นหลายคน โดยไม่รื้อโครงเดิมของเจ้าของงาน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บั๊กที่เจอจากการอ่านโค้ด ไม่ใช่การเดา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รวมทุกสัปดาห์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8366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ผีไล่ได้แค่คนเดียว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28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โค้ดหาผู้เล่นด้วยการค้นหาแท็ก ซึ่งคืนค่าแค่ตัวแรกที่เจอเสมอ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33472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78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มินิเกมดับทั้งระบบ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786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Mirror ปิดวัตถุในฉากที่มี NetworkIdentity ตอนโหลด ถ้าไม่มีเซิร์ฟเวอร์ก็ไม่ถูกเปิดกลับ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284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ค่าที่ซิงก์ไม่อัปเดตบนเครื่องโฮสต์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3284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Mirror ไม่เรียก hook บนเครื่องที่เป็นคนแก้ค่าเอง ต้องสั่งเองเพิ่ม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33088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078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Editor ขึ้น error ทุกครั้งที่เพิ่มคอมโพเนนต์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07822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ตั้งชื่อเมธอด static ว่า Reset ซึ่งชนกับชื่อที่ Unity จองไว้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88289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TaskTimer ไม่บันทึกอะไรเลย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828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จุดเก็บเวลาอยู่ในโค้ดฝั่งออนไลน์อย่างเดียว ฉากทดสอบจึงไม่เคยเรียกถึง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ทุกตัวหาเจอด้วยการไล่อ่านโค้ดและเอกสารจริง ไม่ได้ลองสุ่มแก้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วัดก่อน แล้วค่อยตั้งตัวเลข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TaskTimer — เครื่องมือที่ผมเขียนขึ้นเพื่อบาลานซ์เกม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4.5 วินาที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เวลาเฉลี่ยต่อ 1 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(วัดจริงในฉากทดสอบ)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92024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แปลว่าอะไร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514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 15 นาที ถ้า Task ละ 4.5 วินาที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 Task มากกว่า 600 อัน ซึ่งเป็นไปไม่ได้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ตัวเลขความยากที่ตั้งไว้ก่อนหน้านี้จึงผิดทั้งหมด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สิ่งที่จะทำต่อ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กลับไปใช้นิยามเดิมใน GDD คือ 1 Task = ทำยอดรวมให้ครบ ไม่ใช่ลูกค้า 1 คน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สร้างฉากโรงหนังจริง แล้ววัดซ้ำ เพราะเวลาเดินในแผนที่จริงคือส่วนที่หายไปจากตัวเลขนี้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สรุปงานทั้งหมดตั้งแต่เริ่มจนถึงตอนนี้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1 – 4  ·  12 สิงหาคม – 19 กันยายน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2821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9222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ระบบเซฟที่เข้ารหัส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8308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AES-256 โหลดก่อนซีนแรก เป็นแหล่งข้อมูลเดียวของเกม พร้อมหน้าจอแก้เซฟสำหรับเทส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34086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331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ห้องและการจับคู่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33172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 หาห้อง ล็อกด้วยรหัส รองรับ 2 – 6 คน ผ่าน Epic Online Services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8950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8803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รื้อระบบของเพื่อนให้ออนไลน์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28803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การโต้ตอบ ชีวิต การเคลื่อนที่ กล้อง UI เลือด และคนที่เข้าห้องทีหลัง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43814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290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เครื่องมือทดสอบแบบไม่ต้องเปิดห้อง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42900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ทีมกด Play แล้วเทสได้เลย โค้ดชุดเดียวใช้ได้ทั้งสองโหมด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2277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9776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Match และกติกาจบเกม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397764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เฟสของรอบ นาฬิกา 00:00 – 06:00 ทางออก 3 จุด และการจบเกม 3 ทาง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47141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53542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526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ระบบความยาก 4 ระดับ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52628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Easy / Normal / Hard / 13 Rules ปรับได้จาก Inspector ไม่ต้องแก้โค้ด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02005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08406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0749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ผีและมินิเกมแบบหลายคน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343400" y="507492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ระบบผีของนนพัทธ์ และมินิเกมของอติโรจน์ เล่นพร้อมกัน 6 คนได้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568696"/>
            <a:ext cx="11155680" cy="493776"/>
          </a:xfrm>
          <a:prstGeom prst="roundRect">
            <a:avLst>
              <a:gd name="adj" fmla="val 1481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563270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56235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เครื่องมือของตัวเอง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56235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PlayerRegistry และ TaskTimer สำหรับแก้บั๊กและบาลานซ์เกม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19 commit · เขียนเอง 2,800+ บรรทัด · รื้อให้ออนไลน์อีก 1,460+ บรรทัด · บั๊กใหญ่ที่หาต้นตอเจอ 10 ตัว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13RoH — งานทั้งหมดของผม สัปดาห์ที่ 1 – 4</dc:title>
  <dc:subject>PptxGenJS Presentation</dc:subject>
  <dc:creator>นาย ก้องกิดากร ช่วยแจ้ง</dc:creator>
  <cp:lastModifiedBy>นาย ก้องกิดากร ช่วยแจ้ง</cp:lastModifiedBy>
  <cp:revision>1</cp:revision>
  <dcterms:created xsi:type="dcterms:W3CDTF">2026-09-19T10:39:24Z</dcterms:created>
  <dcterms:modified xsi:type="dcterms:W3CDTF">2026-09-19T10:39:24Z</dcterms:modified>
</cp:coreProperties>
</file>