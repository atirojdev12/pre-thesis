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 บอกว่าสัปดาห์นี้เกมมืดจริงเมื่อไฟดับ มีไฟฉาย มีระบบสติ ความยากมีผลจริง และฝั่งอติโรจน์ทำระบบเสียงทั้งเกม สัญญาณเตือนผี และสวิตช์ไฟ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สัปดาห์นี้ทีมโปรแกรมมี 2 คน งานแบ่งเป็น 7 ก้อน 4 ก้อนแรกเป็นงานผม 3 ก้อนหลังเป็นงานของอติโรจน์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อาจารย์ให้คำแนะนำ 2 เรื่อง คือ Visual ของเกมยังช้าเกินไป และให้กำหนด Pillar ของเกมให้ชัดขึ้น ฝั่งโปรแกรมสัปดาห์นี้ช่วยเรื่องบรรยากาศ คือความมืดจริง แสงไฟฉาย เอฟเฟกต์ตอนสติต่ำ สัญญาณเตือนผี และสวิตช์ไฟ ส่วน Visual หลักเป็นงานฝ่ายศิลป์ และ Pillar ต้องกำหนดร่วมกันทั้งทีม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งานผม ไฟดับแล้วตอนนี้มืดจริง มองเห็นแค่ประมาณ 6 เมตร ไฟฉายมี 2 แบบ แบบฟรีต้องกด Space ชาร์จ แบบซื้อ 150 ใช้แบตเตอรี่ กด R เปลี่ยนแบต ทุกคนเห็นแสงของกันและกัน และตัวเลขทั้งหมดอยู่ในไฟล์ตั้งค่าที่ Game Designer ปรับเองได้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ก่อนหน้านี้เลือก 13 Rules ก็ได้ Task เท่ากับ Easy ตอนนี้เป้าหมายแต่ละบรรทัดคือ ค่าพื้นฐาน บวกตามความยาก บวกค่าสุ่มตามจำนวนผู้เล่น Server คำนวณ ทุกคนเห็นเท่ากัน ความยากคุมแค่จำนวนผี และตอนทดสอบกด F2 ดูค่าความยาก F3 ดู Task Timer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ระบบสติตาม GDD ใหม่ สติลดเมื่อเห็นผี อยู่คนเดียวในที่มืด หรือทำผิดกฎ สติเพิ่มเมื่อสวดมนต์หรือกินขนม มี 3 ระดับ ยิ่งต่ำยิ่งเห็นภาพหลอน และสติ 0 จะโดน Jumpscare เสียเลือด 5 ซึ่งเป็นค่าชั่วคราว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ห้องเก็บของเริ่มจากบั๊ก ซื้อของตอนช่องเต็มแล้วของหาย ตอนนี้ของที่ใส่ไม่ได้จะไปอยู่ในห้องเก็บของ มีห้องเดียวแต่แต่ละคนเห็นแค่ของตัวเอง เข้าด่านเอาไปแค่ของในช่อง และทำเครื่องมือสร้างจุดเกิด 6 จุดในล็อบบี้ใหม่ ร้านค้าเลื่อนดูได้แล้ว และจัดเมนูเครื่องมือของทีมเป็นหมวด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บั๊กใหญ่ของสัปดาห์ Unity Editor ค้างเมื่อ Host กด Start รอบที่สอง ทำให้ทีมต้อง Build เกมใหม่ทุกครั้งที่จะทดสอบ ผมเขียนเครื่องมือ log ชื่อ FreezeProbe แล้วเจอว่าค้างตอนลบตัวละครในล็อบบี้ที่มีเสียง ในเฟรมเดียวกับที่เริ่มโหลดแผนที่ แก้โดยลบก่อน รอ 2 เฟรม แล้วค่อยโหลด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งานของอติโรจน์ ทำระบบเสียงทั้งเกม มีตัวจัดการเสียงตัวเดียวที่อยู่ข้ามทุกฉาก คลังเสียงที่เดียว ปุ่มในเมนูหลักทุกปุ่มมีเสียง ไฟในเมนูกะพริบตรงกับเสียง และเสียงในโลกเกมเล่นแบบออนไลน์ได้ โดย Server เป็นคนสั่ง ทุกคนได้ยินที่ตำแหน่งเดียวกัน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อติโรจน์ทำสัญญาณเตือนผี เมื่อผีเข้าใกล้หรือเข้าเขตอันตราย ขอบจอจะมืดและมุมกล้องแคบลงเล็กน้อย Server เป็นคนตัดสิน แต่ภาพเห็นเฉพาะคนนั้น และทำสวิตช์ไฟในแผนที่ ใช้สถานะไฟเดียวกับที่ผีดับไฟ ทุกคนเห็นตรงกัน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อติโรจน์ใส่เสียงในมินิเกม เสียงตักและใส่รสป๊อปคอร์นที่สถานี เสียงออเดอร์ถูกและผิด เสียงสถานีเล่นเฉพาะงานที่ Server ยอมรับแล้ว ทุกคนได้ยินตรงกัน และเพิ่มเสียงไซเรนทางออกไว้ในคลังเสียง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ปัญหาที่ทีมเจอสัปดาห์นี้ ที่ใหญ่ที่สุดคือ Unity Editor ค้าง ที่ทำให้ต้อง Build ทุกครั้ง แก้แล้ว ที่เหลือเป็นปัญหาที่เจอระหว่างทำระบบใหม่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สรุปงานทั้งหมดของทีมโปรแกรมสัปดาห์นี้ ขอบคุณครับ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13RoH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 Game Programming — สัปดาห์ที่ 7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– 10 ตุลาคม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นำเสนอโดย  นาย ก้องกิดากร ช่วยแจ้ง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ภาพรวมสัปดาห์นี้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ทีมโปรแกรม 2 คน — งานหลัก 7 ก้อน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651760" cy="10058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54480"/>
            <a:ext cx="265176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2086661"/>
            <a:ext cx="246888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งานเกมของ Head Programmer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4992" y="1463040"/>
            <a:ext cx="2651760" cy="10058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64992" y="1554480"/>
            <a:ext cx="265176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456432" y="2086661"/>
            <a:ext cx="246888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สคริปต์ใหม่ของ Head Programmer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81344" y="1463040"/>
            <a:ext cx="2651760" cy="10058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81344" y="1554480"/>
            <a:ext cx="265176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272784" y="2086661"/>
            <a:ext cx="246888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ของอติโรจน์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997696" y="1463040"/>
            <a:ext cx="2651760" cy="10058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97696" y="1554480"/>
            <a:ext cx="265176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089136" y="2086661"/>
            <a:ext cx="246888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สคริปต์ใหม่ของอติโรจน์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651760"/>
            <a:ext cx="11091672" cy="384048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2688336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3000" y="26517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ความมืด + ไฟฉาย + แบตเตอรี่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394960" y="2651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ไฟดับแล้วมืดจริง ไฟฉาย 2 แบบ ไฟล์ตั้งค่าให้ Designer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241280" y="2651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127248"/>
            <a:ext cx="11091672" cy="384048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3163824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43000" y="3127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ความยากเปลี่ยน Task จริง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394960" y="3127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 Task ตามความยากและจำนวนผู้เล่น + F2 / F3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241280" y="31272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3602736"/>
            <a:ext cx="11091672" cy="384048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5800" y="3639312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43000" y="36027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ระบบสติ (Sanity)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94960" y="36027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หลอดสติ 3 ระดับ ตาม GDD ใหม่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241280" y="36027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4078224"/>
            <a:ext cx="11091672" cy="384048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5800" y="41148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580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43000" y="40782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ห้องเก็บของ + จุดเกิด + Editor ค้าง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394960" y="40782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แก้บั๊กซื้อของตอนช่องเต็ม และบั๊กใหญ่ Editor ค้าง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241280" y="4078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" y="4553712"/>
            <a:ext cx="11091672" cy="384048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5800" y="4590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43000" y="45537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ระบบเสียงทั้งเกม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394960" y="45537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ตัวจัดการเสียง คลังเสียง เสียง UI และเสียงออนไลน์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241280" y="4553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48640" y="5029200"/>
            <a:ext cx="11091672" cy="384048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85800" y="5065776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5800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43000" y="5029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สัญญาณเตือนผี + สวิตช์ไฟ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5394960" y="5029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ผีเข้าใกล้ = ขอบจอมืด / สวิตช์เปิดปิดไฟอาคาร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10241280" y="5029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48640" y="5504688"/>
            <a:ext cx="11091672" cy="384048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85800" y="5541264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85800" y="5541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43000" y="55046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เสียงในมินิเกม + ชุดตรวจสอบ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5394960" y="5504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เสียงตักป๊อปคอร์น ออเดอร์ถูก / ผิด และชุดทดสอบ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241280" y="55046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คำแนะนำจากอาจารย์สัปดาห์ที่ 6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ของเกมยังช้าเกินไป และ Pillar ของเกมยังไม่ชัด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รับทราบ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11091672" cy="7772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4630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“Visual ของเกมยังล่าช้าเกินไป และอยากให้กำหนด Pillar ของเกมให้ชัดเจนขึ้น”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5486400" cy="30175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ฝั่งโปรแกรมที่ช่วยเรื่องบรรยากาศสัปดาห์นี้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090672"/>
            <a:ext cx="512064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ไฟดับแล้วมืดจริง + หมอกดำ / แสงไฟฉายที่ทุกคนเห็น (ก้องกิดากร)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สติต่ำ: ขอบจอมืด และเห็นเพื่อนเป็นเงาผี (ก้องกิดากร)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ผีเข้าใกล้: ขอบจอมืด + มุมกล้องแคบลง / สวิตช์ไฟ (อติโรจน์)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หลัก (โมเดล Texture ฉาก) เป็นงานฝ่ายศิลป์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53912" y="2468880"/>
            <a:ext cx="5486400" cy="30175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Pillar ของเกม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36792" y="3090672"/>
            <a:ext cx="512064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ต้องกำหนดร่วมกันทั้งทีม (Design + Programming + Art)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ระบบสติสัปดาห์นี้ทำตาม GDD ฉบับใหม่ของทีม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ความมืด + ไฟฉาย + แบตเตอรี่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เมื่อผีดับไฟ ผู้เล่นต้องใช้ไฟฉาย และต้องจัดการแบต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ความมืดเมื่อไฟดับ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หมอกดำ + แสงรอบตัวเล็กน้อย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มองเห็นแค่ ~6 เมตร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ปรับค่าได้ด้วยแถบเลื่อน และในแผงโกง F1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ไฟฉาย 2 แบบ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98848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ฟรี: ระยะ 9 ม. แบต 45 วิ กด Space ชาร์จ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 150: ระยะ 20 ม. แบต 240 วิ กด R เปลี่ยนแบต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ทุกคนเห็นแสงของกันและกัน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74152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แบตเตอรี่ (25)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57032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ถือได้ 3 ก้อนในช่องเดียว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Q โยนทีละก้อน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ตาย = เสีย / รอด = เก็บไว้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389120"/>
            <a:ext cx="11091672" cy="1691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5262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ไฟล์ตั้งค่าสำหรับ Game Designer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31520" y="5010912"/>
            <a:ext cx="10725912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Tools &gt; Pre-Thesis &gt; Designer Settings &gt; Flashlight: ปรับราคา ระยะ ความสว่าง แบต ได้เองโดยไม่ต้องแก้โค้ด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ไฟล์เดียวเป็นแหล่งข้อมูลเดียว — ทุกเครื่องใช้ค่าเดียวกันเมื่อดึงงานล่าสุด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DarknessController.cs, FlashlightController.cs, FlashlightHUD.cs, FlashlightVisual.cs, FlashlightTuning.cs, FlashlightSetup.cs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ความยากเปลี่ยนเป้าหมาย Task จริง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ก่อนหน้านี้เลือก 13 Rules ก็ได้ Task เท่ากับ Easy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483864" cy="11887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193852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ค่าพื้นฐาน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3042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ตั้งไว้ในแต่ละบรรทัดของบอร์ด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0" y="193852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52544" y="1463040"/>
            <a:ext cx="3483864" cy="11887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9704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89704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89704" y="193852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ตามความยาก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489704" y="23042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เพิ่มทุกบรรทัดตามระดับ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918704" y="193852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56448" y="1463040"/>
            <a:ext cx="3483864" cy="11887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93608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93608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93608" y="193852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ตามจำนวนผู้เล่น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93608" y="23042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สุ่มเพิ่มบางบรรทัด มีเพดานต่อบอร์ด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6791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+ ต่อบรรทัด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+ ต่อผู้เล่นที่เพิ่ม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เพดานต่อบอร์ด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Easy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Normal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Hard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 Rules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548640" y="4892040"/>
            <a:ext cx="11091672" cy="12344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77240" y="502920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731520" y="5513832"/>
            <a:ext cx="1072591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คำนวณ ทุกคนเห็นเท่ากัน / ความยากคุมแค่ “จำนวนผี” — ผีแต่ละตัวอ่านความยากเองได้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Development Build: F2 ค่าความยากของรอบนี้, F3 Task Timer (ซ่อนไว้ตอนเริ่ม)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ZoneTaskList.cs, MatchDirector.cs, DifficultyProfile.cs, DifficultyDebugHUD.cs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ระบบสติ (Sanity) ตาม GDD ใหม่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หลอดสติบนจอ ลดเมื่อเจอสิ่งน่ากลัว เพิ่มเมื่อสวดมนต์หรือกินขนม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สติลดเมื่อ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เห็นผี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อยู่คนเดียวในที่มืดเกิน 20 วินาที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ทำผิดกฎ (เตรียมช่องให้ระบบกฎ)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ความยากคูณอัตราการลด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สติเพิ่มเมื่อ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98848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สวดมนต์ (กด H ค้าง): คนเดียว = ช้า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ถือหนังสือสวดมนต์ / พระเครื่อง / ไม้กางเขน = เร็ว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ไม่มีของ = สวดกับเพื่อน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กินขนม หรือป้อนให้เพื่อน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74152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ออนไลน์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57032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คิดค่าสติ ทุกคนเห็นตรงกัน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ไม่ทำงานในล็อบบี้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ไฟล์ตั้งค่าให้ Game Designer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389120"/>
            <a:ext cx="2532888" cy="1691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452628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" y="486460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ปกติ (&gt; 60)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23036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ไม่มีผล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163824" y="511606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01568" y="4389120"/>
            <a:ext cx="2532888" cy="1691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38728" y="452628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38728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538728" y="486460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หวาดกลัว (60 – 30)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538728" y="523036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ขอบจอมืด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16752" y="511606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54496" y="4389120"/>
            <a:ext cx="2532888" cy="1691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91656" y="452628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91656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391656" y="486460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สติแตก (30 – 0)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91656" y="523036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เห็นเพื่อนเป็นเงาผี / ฟื้นเลือดไม่ได้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869680" y="511606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07424" y="4389120"/>
            <a:ext cx="2532888" cy="1691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244584" y="452628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44584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244584" y="486460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 = 0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244584" y="523036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Jumpscare −5 HP (ค่าชั่วคราว)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PlayerSanity.cs, SanityEffects.cs, SanitySettings.cs, SanitySetup.cs, ItemCatalog.cs, PlayerHealth.cs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ห้องเก็บของ + จุดเกิด + ร้านค้า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เริ่มจากบั๊ก: ซื้อของตอนช่องเต็มแล้วของหาย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566160" cy="30175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บั๊กที่เจอ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084832"/>
            <a:ext cx="320040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ซื้อตอนช่องเต็ม = ของไม่เข้ามือ ไม่ตกพื้น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ซื้อใหม่ก็ไม่ได้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สาเหตุ: เซฟว่ามีของแล้ว แต่ใส่ช่องไม่ได้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463040"/>
            <a:ext cx="3566160" cy="30175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ห้องเก็บของ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98848" y="2084832"/>
            <a:ext cx="320040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มีห้องเดียว แต่ละคนเห็นแค่ของตัวเอง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E ที่ตู้ ย้ายของเข้า / ออก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เข้าด่านเอาไปแค่ของในช่อง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ของในห้องเก็บปลอดภัยแม้ตาย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74152" y="1463040"/>
            <a:ext cx="3566160" cy="30175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อื่น ๆ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57032" y="2084832"/>
            <a:ext cx="320040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จุดเกิดล็อบบี้หาย → เครื่องมือสร้าง 6 จุด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ร้านค้าเลื่อนดูรายการได้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Tools ของทีมจัดเป็นหมวด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PlayerInventory.cs, StorageUI.cs, StorageTerminal.cs, LobbyStorageSetup.cs, ShopUI.cs, PreThesisMenu.cs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บั๊กใหญ่ของสัปดาห์: Unity Editor ค้าง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แก้แล้ว — ทีมกลับมาทดสอบใน Unity ได้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ทีมเจออะไร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กด Start รอบที่ 2 → Unity ค้างตลอด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เกมที่ Build แล้วไม่เป็น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 Build ใหม่ทุกครั้งเพื่อทดสอบ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98848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ลบตัวละครในล็อบบี้ (ที่มีเสียง)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ในเฟรมเดียวกับที่เริ่มโหลดแผนที่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หาเจอด้วย FreezeProbe (เครื่องมือ log ที่เขียนเอง)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74152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57032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ลบตัวละครก่อน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 2 เฟรม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ค่อยโหลดแผนที่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กันกด Start ซ้ำ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434840"/>
            <a:ext cx="5394960" cy="16459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526280"/>
            <a:ext cx="539496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Build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40080" y="5455310"/>
            <a:ext cx="52120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ทดสอบที่ต้องทำเพราะบั๊กนี้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45352" y="4434840"/>
            <a:ext cx="5394960" cy="16459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45352" y="4526280"/>
            <a:ext cx="539496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เฟรม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336792" y="5455310"/>
            <a:ext cx="52120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รอให้ลบตัวละครเสร็จ ก่อนโหลดแผนที่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RoHRoomManager.cs, FreezeProbe.cs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ระบบเสียงทั้งเกม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ตัวจัดการเสียงตัวเดียว ใช้ได้ทุกฉาก และเล่นออนไลน์ได้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566160" cy="44805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ตัวจัดการเสียง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084832"/>
            <a:ext cx="320040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สร้างครั้งเดียว อยู่ข้ามทุกฉาก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คลังเสียงที่เดียว: ชื่อ หมวด ความดัง ระยะ 3D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เล่นพร้อมกันได้ 24 เสียง เต็มแล้วแทนเสียงเก่าสุด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แยกหมวดเสียงตามหน้าตั้งค่า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463040"/>
            <a:ext cx="3566160" cy="44805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 UI + เมนูหลัก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98848" y="2084832"/>
            <a:ext cx="320040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ปุ่มในเมนูหลักทั้ง 26 ปุ่มมีเสียงคลิก / ชี้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ปุ่มในเมนู Esc มีเสียงคลิก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ไฟเมนูกะพริบตรงกับเสียงไฟช็อต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เสียงบรรยากาศ (Ambient)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74152" y="1463040"/>
            <a:ext cx="3566160" cy="44805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ออนไลน์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57032" y="2084832"/>
            <a:ext cx="3200400" cy="3749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สั่งเสียงในโลก → ทุกเครื่องได้ยินที่ตำแหน่งเดียวกัน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ขอเล่นเสียงเองไม่ได้ (กันโกง)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ใช้ทางรับเดียวกับเพื่อน ไม่เล่นซ้ำ 2 ครั้ง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AudioManager.cs, SoundLibrary.cs, UISoundEmitter.cs, AmbientController.cs, AmbientZone.cs, NetworkAudioRelay.cs, NetworkSoundEmitter.cs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สัญญาณเตือนผี + สวิตช์ไฟ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ผู้เล่นรู้ตัวก่อนผีมาถึง และเปิดไฟคืนเองได้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32918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สัญญาณเตือนผี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084832"/>
            <a:ext cx="51206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ผีเข้าใกล้ (~5 ม.) หรือเข้าเขตอันตราย → ขอบจอมืด + มุมกล้องแคบลงเล็กน้อย (~1 วินาที)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ตัดสินว่าใครอยู่ในอันตราย ภาพเห็นเฉพาะคนนั้น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เว้น 3 วินาทีก่อนเตือนอีกครั้ง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1463040"/>
            <a:ext cx="5486400" cy="32918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สวิตช์ไฟ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6792" y="2084832"/>
            <a:ext cx="51206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สวิตช์ในแผนที่ กด E เปิด / ปิดไฟอาคาร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ใช้สถานะไฟเดียวกับที่ผีดับไฟ ทุกคนเห็นตรงกัน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สวิตช์เป็นสีแดงตอนไฟดับ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เสียงคลิกเฉพาะตอนผู้เล่นกด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937760"/>
            <a:ext cx="11091672" cy="11430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07492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ชุดตรวจสอบ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5559552"/>
            <a:ext cx="1072591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ชุดทดสอบสัญญาณเตือนผี (GhostWarningRegression) และระบบเสียงออนไลน์ (AudioNetworkChecks)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GhostWarningSource.cs, PlayerGhostWarningController.cs, GhostWarningEffect.cs, LightSwitchInteractable.cs, LightSwitchSetup.cs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เสียงในมินิเกม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Task แล้วได้ยินผลทันที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2532888" cy="16459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19385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ตัก / ใส่รส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30428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เสียงที่สถานี 3D เฉพาะงานที่ Server ยอมรับ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63824" y="216712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01568" y="1463040"/>
            <a:ext cx="2532888" cy="16459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38728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38728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38728" y="19385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เสิร์ฟถูก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38728" y="230428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เสียงออเดอร์สำเร็จ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16752" y="216712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54496" y="1463040"/>
            <a:ext cx="2532888" cy="16459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1656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91656" y="19385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เสิร์ฟผิด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91656" y="230428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เสียงออเดอร์ผิด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869680" y="2167128"/>
            <a:ext cx="155448" cy="237744"/>
          </a:xfrm>
          <a:prstGeom prst="rtTriangl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07424" y="1463040"/>
            <a:ext cx="2532888" cy="16459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44584" y="1600200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44584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244584" y="19385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ทางออก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244584" y="230428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เพิ่มเสียงไซเรนไว้ในคลังเสียง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3383280"/>
            <a:ext cx="11091672" cy="269748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352044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ออนไลน์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31520" y="4005072"/>
            <a:ext cx="10725912" cy="1965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หลายคนใช้สถานีเดียวกันพร้อมกันได้ เสียงแยกตามคน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ส่งเสียงสถานีให้ทุกเครื่อง — ทุกคนได้ยินตรงกัน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ปรับชุดทดสอบป๊อปคอร์น (PopcornRegressionRunner)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PopcornNetSync.Audio.cs, PopcornStationAudio.cs, PopcornPreparation.cs, PopcornMinigameBootstrap.cs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ปัญหาที่เจอและวิธีแก้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หาสาเหตุให้เจอก่อน แล้วค่อยแก้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850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ปัญหา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วิธีแก้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Unity Editor ค้างตอนกด Start รอบ 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ลบตัวละครเฟรมเดียวกับที่เริ่มโหลดแผนที่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ลบก่อน รอ 2 เฟรม แล้วค่อยโหลด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ไฟดับแล้วภาพแค่เป็นสีเทา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แสงสะท้อนจาก Skybox ยังสว่าง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แสงสะท้อนเหลือ 5% + หมอกดำ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ความยากไม่มีผลกับ Task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เป้าหมาย Task ไม่ได้อ่านค่าความยาก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ฐาน + ความยาก + จำนวนผู้เล่น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ซื้อของตอนช่องเต็ม ของหาย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เซฟว่ามีของ แต่ใส่ช่องไม่ได้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ของไปอยู่ในห้องเก็บของ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จุดเกิดในล็อบบี้หาย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ถูกลบไปพร้อมล็อบบี้เก่า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เครื่องมือสร้างจุดเกิด 6 จุด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 Game Programming ทั้งหมดสัปดาห์นี้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– 10 ตุลาคม 2026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581912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1463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ความมืด + ไฟฉาย + แบตเตอรี่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1463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มองเห็น ~6 ม., ไฟฉาย 2 แบบ, ไฟล์ตั้งค่าให้ Designer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241280" y="1463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10312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221992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300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ความยากเปลี่ยน Task จริง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94960" y="2103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 + ความยาก + จำนวนผู้เล่น, F2 / F3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241280" y="2103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2862072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3000" y="2743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ระบบสติ (Sanity)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39496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ระดับ, สวดมนต์ / ขนม, สติ 0 = Jumpscare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24128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3502152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43000" y="3383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ห้องเก็บของ + จุดเกิด + Editor ค้าง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39496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แก้บั๊กซื้อของ, จุดเกิด 6 จุด, ทดสอบใน Unity ได้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241280" y="3383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5800" y="4142232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4300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ระบบเสียงทั้งเกม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9496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ตัวจัดการเสียง, เสียง UI 26 ปุ่ม, เสียงออนไลน์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24128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5800" y="4782312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5800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43000" y="4663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สัญญาณเตือนผี + สวิตช์ไฟ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39496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ขอบจอมืดเมื่อผีใกล้, สวิตช์ไฟซิงก์ทุกคน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241280" y="4663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5800" y="5422392"/>
            <a:ext cx="310896" cy="310896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5800" y="5422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43000" y="5303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เสียงในมินิเกม + ชุดตรวจสอบ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394960" y="5303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ตักป๊อปคอร์น, ออเดอร์ถูก / ผิด, ชุดทดสอบ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241280" y="5303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 5 commit · 16 สคริปต์ใหม่ · อติโรจน์ 7 commit · 14 สคริปต์ใหม่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2026-10-10T11:54:23Z</dcterms:created>
  <dcterms:modified xsi:type="dcterms:W3CDTF">2026-10-10T11:54:23Z</dcterms:modified>
</cp:coreProperties>
</file>