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สไลด์ชุดนี้พูดเฉพาะงานที่ผมเขียนเอง งานของเพื่อนอยู่ในสไลด์ของทีม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บอกภาพรวมก่อน แล้วค่อยลงรายละเอียดทีละระบบ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ถ้าอาจารย์ถามว่าทำไมไม่ทำซีนแยก ให้ตอบว่าเพราะโรงหนังเป็นที่เดิม เปลี่ยนแค่ตัวเลข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ยอมรับตรง ๆ ว่าเวอร์ชันแรกผมเข้าใจผิด แล้วแก้ตามที่ทีมออกแบบไว้จริง</a:t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เน้นว่าออกแบบให้คนออกแบบเกมปรับเองได้ เป็นเรื่องของการแบ่งงานในทีม</a:t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ระวังไม่ให้ดูเหมือนเคลมงานเพื่อน ต้องพูดชัดว่าโครงเป็นของเขา ผมทำส่วนมัลติเพลเยอร์</a:t>
            </a:r>
            <a:endParaRPr/>
          </a:p>
        </p:txBody>
      </p:sp>
      <p:sp>
        <p:nvSpPr>
          <p:cNvPr id="95" name="Google Shape;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จุดขายของสไลด์นี้คือ เราวัดก่อนแล้วค่อยตั้งตัวเลข ไม่ใช่เดาเอา</a:t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เอาไว้ตอบถ้าอาจารย์อยากเห็นหลักฐานว่าทำอะไรวันไหน</a:t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ไล่ทีละข้อสั้น ๆ ไม่ต้องลงรายละเอียด เพราะอธิบายไปแล้วในสไลด์ก่อนหน้า</a:t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6400"/>
              <a:buFont typeface="Tahoma"/>
              <a:buNone/>
            </a:pPr>
            <a:r>
              <a:rPr b="1" i="0" lang="en-US" sz="6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งานของผม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13RoH — สัปดาห์ที่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35661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500"/>
              <a:buFont typeface="Tahoma"/>
              <a:buNone/>
            </a:pPr>
            <a:r>
              <a:rPr b="0" i="0" lang="en-US" sz="15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13 – 19 กันยายน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นาย ก้องกิดากร ช่วยแจ้ง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Head Programmer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สรุปงานของผมสัปดาห์นี้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เขียนเอง 10 ไฟล์ใหม่ และแก้ไฟล์ของทีมอีก 6 ไฟล์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4008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64008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42900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352044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352044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ไฟล์ใหม่ที่เขียนเอง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30936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640080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640080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KB โค้ดที่เขียนเพิ่ม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18972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928116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928116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ระบบใหญ่ที่สร้างเสร็จ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1097280" y="384048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— คุมทั้งรอบการเล่น เฟส นาฬิกา และเงื่อนไขรอดชีวิต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097280" y="438912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ระบบความยาก 4 ระดับ ปรับได้จาก Inspector โดยไม่ต้องแก้โค้ด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097280" y="493776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แปลงระบบผีและมินิเกมของเพื่อนให้รองรับผู้เล่น 6 คน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548640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548640" y="5486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097280" y="548640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 — เครื่องมือวัดเวลา Task สำหรับบาลานซ์เกม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1. ระบบ Match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MatchDirector — ตัวคุมหนึ่งรอบการเล่นทั้งหมด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828800"/>
            <a:ext cx="11064240" cy="2834640"/>
          </a:xfrm>
          <a:prstGeom prst="roundRect">
            <a:avLst>
              <a:gd fmla="val 258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868680" y="201168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สิ่งที่ระบบนี้ทำ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อ่านความยากและจำนวนผู้เล่นตอนเริ่มรอบ แล้วตั้งค่าด่านให้เองทั้งหมด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คุมนาฬิกาในเกม 00:00 – 06:00 และเฟสของรอบ Night / Escape / Overtime / LockedIn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นับโซนที่ทำเสร็จ = เงื่อนไขรอดชีวิตของทีม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นับ Task ของผู้เล่นแต่ละคนแยกกัน = เงินที่แต่ละคนได้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คุมทางออกทั้ง 3 จุด จุดละ 2 คน และช่วงเวลาหนีออก 1 ชั่วโมงในเกม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ตัดสินผลของผู้เล่นแต่ละคนตอนจบรอบ ว่ารอด ผ่านด่าน หรือตาย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MatchDirector.cs (51 KB) · MatchState.cs · MatchPhase.cs · PlayerOutcome.cs · ExitPoint.cs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2. ทางออกและกติกาจบเกม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แก้ใหม่</a:t>
            </a: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หลังคุยกับทีม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fmla="val 4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ปัญหาที่ผมเจอ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868680" y="23774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โค้ดเดิมผมเขียนให้ประตูเปิดทันทีที่ทำ Task ครบ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ทำให้ทางออก 3 จุด จุดละ 2 คน ไม่มีความหมายเลย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217920" y="1783080"/>
            <a:ext cx="5394960" cy="1828800"/>
          </a:xfrm>
          <a:prstGeom prst="roundRect">
            <a:avLst>
              <a:gd fmla="val 4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แก้เป็น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6537960" y="23774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ประตูเปิดตอน 06:00 เท่านั้น และต้องทำโซนครบด้วย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ถ้าไม่ครบ ออกไม่ได้เลย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fmla="val 372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868680" y="397764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ทำไมถึงสำคัญ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868680" y="443484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ทางออก 3 จุด × 2 คน = 6 คนพอดี ทีมเต็มไม่มีที่เหลือ ต้องแยกกันออก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ช่วงหนีออกยาว 1 ชั่วโมงในเกม เท่ากับเวลาที่คนล้มรอดก่อนตายพอดี — ช่วยเพื่อนหรือเอาตัวรอด ต้องเลือก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ไม่มี UI บอกว่าประตูไหนเต็ม ใช้เสียงที่ประตูแทน แบบเดียวกับเสียงตอนทำ Task เสร็จ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3. ระบบความยาก 4 ระดับ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ออกแบบให้ Game Design ปรับเองได้ ไม่ต้องให้โปรแกรมเมอร์แก้โค้ด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ค่าที่ปรับได้จาก Inspector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868680" y="246888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จำนวนกฎสถานที่ (0 – 13 ข้อ)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งานเพิ่มต่อโซน และงานเพิ่มต่อผู้เล่น 1 คน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ความเร็วการลด Sanity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จำนวนผีที่สุ่มเพิ่ม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ความยาวรอบเป็นนาที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309360" y="1828800"/>
            <a:ext cx="530352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สิ่งที่ผมกันไว้ในโค้ด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6629400" y="24688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เตือนทันทีถ้าตั้งโหมด 13 Rules แต่กฎไม่ครบ 13 ข้อ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เตือนถ้างานที่สุ่มเพิ่มมีมากเกินกว่าที่แผนที่รับได้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ค่าที่เป็นกฎของเกม เช่น กลางคืน 6 ชั่วโมง ทำเป็น const แก้ผิดไม่ได้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DifficultyProfile.cs · Difficulty_Easy / _Normal / _Hard / _13 Rules.asset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4. แปลงระบบของเพื่อนให้เล่นหลายคนได้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ระบบผีของนนพัทธ์ และมินิเกมของอติโรจน์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ทั้งสองระบบเขียนมาแบบผู้เล่นคนเดียว ทำงานดีตอนทดสอบคนเดียว แต่จะพังเมื่อเล่น 6 คน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57200" y="2240280"/>
            <a:ext cx="11155680" cy="777240"/>
          </a:xfrm>
          <a:prstGeom prst="roundRect">
            <a:avLst>
              <a:gd fmla="val 9412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685800" y="242316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685800" y="2423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1234440" y="233172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ผีจะไล่ผู้เล่นได้แค่คนเดียว อีก 5 คนผีไม่สนเลย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400800" y="23317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เขียน PlayerRegistry ให้เลือกคนใกล้สุดที่มองเห็นจริง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57200" y="3108960"/>
            <a:ext cx="11155680" cy="777240"/>
          </a:xfrm>
          <a:prstGeom prst="roundRect">
            <a:avLst>
              <a:gd fmla="val 9412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85800" y="329184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 txBox="1"/>
          <p:nvPr/>
        </p:nvSpPr>
        <p:spPr>
          <a:xfrm>
            <a:off x="685800" y="3291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1234440" y="320040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AI รันทุกเครื่อง ผีอยู่คนละที่บนแต่ละจอ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6400800" y="320040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ย้าย AI ไปรันที่ Server ที่เดียว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57200" y="3977640"/>
            <a:ext cx="11155680" cy="777240"/>
          </a:xfrm>
          <a:prstGeom prst="roundRect">
            <a:avLst>
              <a:gd fmla="val 9412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685800" y="416052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685800" y="4160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1234440" y="40690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Jumpscare ขึ้นทุกจอพร้อมกัน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6400800" y="406908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ส่งด้วย TargetRpc ให้เห็นเฉพาะคนที่โดน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57200" y="4846320"/>
            <a:ext cx="11155680" cy="777240"/>
          </a:xfrm>
          <a:prstGeom prst="roundRect">
            <a:avLst>
              <a:gd fmla="val 9412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685800" y="502920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685800" y="5029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1234440" y="4937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มินิเกมนับคะแนนของตัวเอง 6 เครื่องได้ 6 คะแนน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6400800" y="493776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เขียน PopcornNetSync ให้ Server ตัดสินที่เดียว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ผมไม่ได้เขียนระบบผีหรือมินิเกม — ผมแปลงให้รองรับผู้เล่นหลายคน โดยไม่รื้อโครงเดิมของเจ้าของงาน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5. TaskTimer และผลวัดจริง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เลิกเดาตัวเลข เปลี่ยนมาวัด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48640" y="1828800"/>
            <a:ext cx="5029200" cy="2103120"/>
          </a:xfrm>
          <a:prstGeom prst="roundRect">
            <a:avLst>
              <a:gd fmla="val 3478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640080" y="210312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4.5 วินาที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640080" y="288036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เวลาเฉลี่ยต่อ 1 Task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(วัดจริง 10 ครั้งในซีนทดสอบ)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852160" y="1828800"/>
            <a:ext cx="5760720" cy="2103120"/>
          </a:xfrm>
          <a:prstGeom prst="roundRect">
            <a:avLst>
              <a:gd fmla="val 3478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6172200" y="20116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แปลว่าอะไร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172200" y="2423160"/>
            <a:ext cx="5120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รอบ 15 นาที ถ้า Task ละ 4.5 วินาที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ต้องมี Task มากกว่า 600 อัน ซึ่งเป็นไปไม่ได้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48640" y="4160520"/>
            <a:ext cx="11064240" cy="1645920"/>
          </a:xfrm>
          <a:prstGeom prst="roundRect">
            <a:avLst>
              <a:gd fmla="val 4444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สิ่งที่ได้จากการวัด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868680" y="475488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ตัวเลขความยากที่ตั้งไว้ก่อนหน้านี้ ผิดทั้งหมด เพราะเดาเวลา Task ไว้สูงเกินจริง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ต้องกลับไปใช้นิยามเดิมใน GDD คือ 1 Task = ทำยอดรวมให้ครบ ไม่ใช่ลูกค้า 1 คน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Commit ของผมสัปดาห์นี้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– 19 กันยายน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57200" y="1737360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 txBox="1"/>
          <p:nvPr/>
        </p:nvSpPr>
        <p:spPr>
          <a:xfrm>
            <a:off x="731520" y="17830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2011680" y="178308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เชื่อม Scene สำหรับเล่นจริงเข้ากับ Network 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457200" y="2267712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731520" y="23134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2011680" y="2313432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เพิ่มระบบ MatchDirector — ตั้งค่าด่านจากความยากและจำนวนผู้เล่นตอนรันไทม์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457200" y="2798064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731520" y="284378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16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2011680" y="2843784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เพิ่มระบบ Match: เฟสกลางคืน/หนีออก ประตูทางออก และเงื่อนไขผ่านด่านแบบนับโซน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57200" y="3328416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731520" y="337413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16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2011680" y="3374136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3 ระดับความยาก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57200" y="3858768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731520" y="39044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18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2011680" y="3904488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Add Zone Quest Detail PDF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57200" y="4389120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731520" y="44348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19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2011680" y="443484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Add project additional information PDF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57200" y="4919472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731520" y="49651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19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2011680" y="4965192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ปรับระบบจบเกมตามที่ทีมสรุป + เพิ่มโหมด 13 Rules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57200" y="5449824"/>
            <a:ext cx="11155680" cy="457200"/>
          </a:xfrm>
          <a:prstGeom prst="roundRect">
            <a:avLst>
              <a:gd fmla="val 16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731520" y="549554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50"/>
              <a:buFont typeface="Tahoma"/>
              <a:buNone/>
            </a:pPr>
            <a:r>
              <a:rPr b="1" i="0" lang="en-US" sz="11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19 ก.ย.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2011680" y="5495544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เพิ่มระบบรองรับผู้เล่นหลายคนสำหรับผีและมินิเกม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สรุปงานทั้งหมดที่ผมทำสัปดาห์นี้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– 19 กันยายน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457200" y="1709928"/>
            <a:ext cx="11155680" cy="658368"/>
          </a:xfrm>
          <a:prstGeom prst="roundRect">
            <a:avLst>
              <a:gd fmla="val 111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685800" y="183794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685800" y="18379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1234440" y="178308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4023360" y="1783080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MatchDirector คุมทั้งรอบการเล่น — เฟส นาฬิกา 00:00–06:00 เงื่อนไขรอดชีวิต และผลของผู้เล่นแต่ละคน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57200" y="2441448"/>
            <a:ext cx="11155680" cy="658368"/>
          </a:xfrm>
          <a:prstGeom prst="roundRect">
            <a:avLst>
              <a:gd fmla="val 111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685800" y="256946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685800" y="25694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1234440" y="251460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ทางออกและกติกาจบเกม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4023360" y="2514600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ประตูเปิด 06:00 เท่านั้น ทางออก 3 จุด จุดละ 2 คน และกติกาจบเกมแบบแยก 3 ทาง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57200" y="3172968"/>
            <a:ext cx="11155680" cy="658368"/>
          </a:xfrm>
          <a:prstGeom prst="roundRect">
            <a:avLst>
              <a:gd fmla="val 111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685800" y="330098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685800" y="33009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1234440" y="324612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ระบบความยาก 4 ระดับ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4023360" y="3246120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Easy / Normal / Hard / 13 Rules ปรับได้จาก Inspector โดยไม่ต้องแก้โค้ด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57200" y="3904488"/>
            <a:ext cx="11155680" cy="658368"/>
          </a:xfrm>
          <a:prstGeom prst="roundRect">
            <a:avLst>
              <a:gd fmla="val 111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685800" y="403250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685800" y="40325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1234440" y="397764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แปลงเป็นผู้เล่นหลายคน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4023360" y="3977640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ระบบผีของนนพัทธ์ และมินิเกมของอติโรจน์ ให้เล่นพร้อมกัน 6 คนได้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57200" y="4636008"/>
            <a:ext cx="11155680" cy="658368"/>
          </a:xfrm>
          <a:prstGeom prst="roundRect">
            <a:avLst>
              <a:gd fmla="val 111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685800" y="476402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685800" y="47640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1234440" y="47091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PlayerRegistry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4023360" y="4709160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แก้ปัญหาผีไล่ผู้เล่นได้แค่คนเดียว ให้เลือกคนใกล้สุดที่มองเห็นจริง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57200" y="5367528"/>
            <a:ext cx="11155680" cy="658368"/>
          </a:xfrm>
          <a:prstGeom prst="roundRect">
            <a:avLst>
              <a:gd fmla="val 111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685800" y="549554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685800" y="54955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234440" y="544068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4023360" y="5440680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เครื่องมือวัดเวลา Task จริง — วัดได้ 4.5 วินาที ทำให้รู้ว่าตัวเลขเดิมตั้งผิด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รวม 8 commit · 10 ไฟล์ใหม่ · ~110 KB · แก้ไฟล์ของทีมอีก 6 ไฟล์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