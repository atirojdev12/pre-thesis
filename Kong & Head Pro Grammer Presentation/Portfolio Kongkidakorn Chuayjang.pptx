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0" r:id="rId21"/>
    <p:sldId id="271" r:id="rId22"/>
    <p:sldId id="267" r:id="rId16"/>
    <p:sldId id="268" r:id="rId17"/>
    <p:sldId id="269" r:id="rId18"/>
  </p:sldIdLst>
  <p:sldSz cy="6858000" cx="12192000"/>
  <p:notesSz cx="6858000" cy="12192000"/>
  <p:embeddedFontLst>
    <p:embeddedFont>
      <p:font typeface="Tahoma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Tahoma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Tahoma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สไลด์ชุดนี้รวมงานทุกสัปดาห์ไว้ที่เดียว พูดเฉพาะงานที่ผมเขียนเอง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ใช้สไลด์นี้เปิด ถ้าเวลาน้อยให้พูดแค่เจ็ดข้อนี้พอ</a:t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สไลด์นี้สำคัญ ห้ามให้อาจารย์เข้าใจผิดว่าเคลมงานเพื่อน</a:t>
            </a:r>
            <a:endParaRPr/>
          </a:p>
        </p:txBody>
      </p:sp>
      <p:sp>
        <p:nvSpPr>
          <p:cNvPr id="57" name="Google Shape;5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ชี้ให้เห็นว่าไม่ได้ทำสะเปะสะปะ แต่ละสัปดาห์มีของที่ต้องเสร็จก่อนถึงจะทำอันถัดไปได้</a:t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ถ้าโดนถามเรื่องความปลอดภัย ให้ตอบตรง ๆ ว่ากันคนแก้เซฟธรรมดา ไม่ได้กันแฮกเกอร์จริงจัง</a:t>
            </a:r>
            <a:endParaRPr/>
          </a:p>
        </p:txBody>
      </p:sp>
      <p:sp>
        <p:nvSpPr>
          <p:cNvPr id="105" name="Google Shape;10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ประเด็นรหัสห้องเป็นจุดที่อาจารย์น่าจะชอบ เพราะเป็นการคิดเรื่องความปลอดภัยเอง</a:t>
            </a:r>
            <a:endParaRPr/>
          </a:p>
        </p:txBody>
      </p:sp>
      <p:sp>
        <p:nvSpPr>
          <p:cNvPr id="119" name="Google Shape;11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ย้ำว่าออกแบบมาเพื่อไม่ให้เพื่อนต้องมาเรียน Mirror ใหม่ทั้งคน</a:t>
            </a:r>
            <a:endParaRPr/>
          </a:p>
        </p:txBody>
      </p:sp>
      <p:sp>
        <p:nvSpPr>
          <p:cNvPr id="133" name="Google Shape;13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อันนี้เป็นงานที่คนไม่เห็น แต่ทำให้ทั้งทีมทำงานเร็วขึ้น</a:t>
            </a:r>
            <a:endParaRPr/>
          </a:p>
        </p:txBody>
      </p:sp>
      <p:sp>
        <p:nvSpPr>
          <p:cNvPr id="158" name="Google Shape;15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เวอร์ชันแรกผมทำประตูเปิดทันทีที่ทำ Task ครบ ซึ่งผิด แล้วแก้ตามที่ทีมออกแบบไว้จริง</a:t>
            </a:r>
            <a:endParaRPr/>
          </a:p>
        </p:txBody>
      </p:sp>
      <p:sp>
        <p:nvSpPr>
          <p:cNvPr id="174" name="Google Shape;17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เน้นว่าเป็นเรื่องการแบ่งงาน คนออกแบบเกมปรับตัวเลขได้เองโดยไม่ต้องรอโปรแกรมเมอร์</a:t>
            </a:r>
            <a:endParaRPr/>
          </a:p>
        </p:txBody>
      </p:sp>
      <p:sp>
        <p:nvSpPr>
          <p:cNvPr id="191" name="Google Shape;19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พูดให้ชัดว่าโครงเป็นของเพื่อน ส่วนของผมคือส่วนมัลติเพลเยอร์</a:t>
            </a:r>
            <a:endParaRPr/>
          </a:p>
        </p:txBody>
      </p:sp>
      <p:sp>
        <p:nvSpPr>
          <p:cNvPr id="221" name="Google Shape;221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อาจารย์ชอบสไลด์แบบนี้ เพราะแสดงวิธีคิดไม่ใช่แค่ผลลัพธ์</a:t>
            </a:r>
            <a:endParaRPr/>
          </a:p>
        </p:txBody>
      </p:sp>
      <p:sp>
        <p:nvSpPr>
          <p:cNvPr id="249" name="Google Shape;24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จุดขายคือ เราวัดก่อนแล้วค่อยตั้งตัวเลข ไม่ใช่เดาเอา</a:t>
            </a:r>
            <a:endParaRPr/>
          </a:p>
        </p:txBody>
      </p:sp>
      <p:sp>
        <p:nvSpPr>
          <p:cNvPr id="282" name="Google Shape;28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สไลด์ปิด ไล่ทีละข้อสั้น ๆ แล้วจบที่บรรทัดตัวเลขข้างล่าง</a:t>
            </a:r>
            <a:endParaRPr/>
          </a:p>
        </p:txBody>
      </p:sp>
      <p:sp>
        <p:nvSpPr>
          <p:cNvPr id="298" name="Google Shape;29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สัปดาห์ที่ 5 ทำให้เกมเล่นออนไลน์ได้ครบตั้งแต่เปิดเกม เน้นว่าเมนู Esc ไม่หยุดเกม เพราะเป็นเกมออนไลน์</a:t>
            </a:r>
            <a:endParaRPr/>
          </a:p>
        </p:txBody>
      </p:sp>
      <p:sp>
        <p:nvSpPr>
          <p:cNvPr id="119" name="Google Shape;11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จุดขายคือ เจอว่า SDK ส่งเสียงให้ตัวเกมไม่ได้ เลยเปลี่ยนมาส่งผ่าน Mirror เอง ซึ่งทำให้ได้ทั้งเสียง 3D และวิทยุ</a:t>
            </a:r>
            <a:endParaRPr/>
          </a:p>
        </p:txBody>
      </p:sp>
      <p:sp>
        <p:nvSpPr>
          <p:cNvPr id="158" name="Google Shape;15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N1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N1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6000"/>
              <a:buFont typeface="Tahoma"/>
              <a:buNone/>
            </a:pPr>
            <a:r>
              <a:rPr b="1" lang="en-US" sz="6000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Portfolio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13RoH — ตั้งแต่เริ่มโปรเจกต์จนถึงตอนนี้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822960" y="352044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500"/>
              <a:buFont typeface="Tahoma"/>
              <a:buNone/>
            </a:pPr>
            <a:r>
              <a:rPr b="0" i="0" lang="en-US" sz="15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1 – 5  ·  12 สิงหาคม – 27 กันยายน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00"/>
              <a:buFont typeface="Tahoma"/>
              <a:buNone/>
            </a:pP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นาย ก้องกิดากร ช่วยแจ้ง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00"/>
              <a:buFont typeface="Tahoma"/>
              <a:buNone/>
            </a:pP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Head Programmer  ·  Unity 6.5 + Mirror + Epic Online Services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ภาพรวมทั้งโปรเจกต์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รวมทุกสัปดาห์ตั้งแต่เริ่มจนถึงวันนี้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48640" y="1828800"/>
            <a:ext cx="2423160" cy="1325880"/>
          </a:xfrm>
          <a:prstGeom prst="roundRect">
            <a:avLst>
              <a:gd fmla="val 457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640080" y="1901952"/>
            <a:ext cx="2240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400"/>
              <a:buFont typeface="Tahoma"/>
              <a:buNone/>
            </a:pPr>
            <a:r>
              <a:rPr b="1" i="0" lang="en-US" sz="3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29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 txBox="1"/>
          <p:nvPr/>
        </p:nvSpPr>
        <p:spPr>
          <a:xfrm>
            <a:off x="640080" y="260604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3429000" y="1828800"/>
            <a:ext cx="2423160" cy="1325880"/>
          </a:xfrm>
          <a:prstGeom prst="roundRect">
            <a:avLst>
              <a:gd fmla="val 457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 txBox="1"/>
          <p:nvPr/>
        </p:nvSpPr>
        <p:spPr>
          <a:xfrm>
            <a:off x="3520440" y="1901952"/>
            <a:ext cx="2240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400"/>
              <a:buFont typeface="Tahoma"/>
              <a:buNone/>
            </a:pPr>
            <a:r>
              <a:rPr b="1" i="0" lang="en-US" sz="3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9,000+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3520440" y="260604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บรรทัดที่เขียนเอง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309360" y="1828800"/>
            <a:ext cx="2423160" cy="1325880"/>
          </a:xfrm>
          <a:prstGeom prst="roundRect">
            <a:avLst>
              <a:gd fmla="val 457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 txBox="1"/>
          <p:nvPr/>
        </p:nvSpPr>
        <p:spPr>
          <a:xfrm>
            <a:off x="6400800" y="1901952"/>
            <a:ext cx="2240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400"/>
              <a:buFont typeface="Tahoma"/>
              <a:buNone/>
            </a:pPr>
            <a:r>
              <a:rPr b="1" i="0" lang="en-US" sz="3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1,460+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6400800" y="260604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บรรทัดที่รื้อให้เล่นออนไลน์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189720" y="1828800"/>
            <a:ext cx="2423160" cy="1325880"/>
          </a:xfrm>
          <a:prstGeom prst="roundRect">
            <a:avLst>
              <a:gd fmla="val 457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 txBox="1"/>
          <p:nvPr/>
        </p:nvSpPr>
        <p:spPr>
          <a:xfrm>
            <a:off x="9281160" y="1901952"/>
            <a:ext cx="2240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400"/>
              <a:buFont typeface="Tahoma"/>
              <a:buNone/>
            </a:pPr>
            <a:r>
              <a:rPr b="1" i="0" lang="en-US" sz="3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7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9281160" y="260604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ระบบหลักที่สร้างเสร็จ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 txBox="1"/>
          <p:nvPr/>
        </p:nvSpPr>
        <p:spPr>
          <a:xfrm>
            <a:off x="548640" y="34747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1097280" y="3474720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ระบบเซฟที่เข้ารหัส — กันคนแก้ไฟล์เซฟ และเป็นแหล่งข้อมูลเดียวของเกม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3904488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548640" y="390448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 txBox="1"/>
          <p:nvPr/>
        </p:nvSpPr>
        <p:spPr>
          <a:xfrm>
            <a:off x="1097280" y="3904488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ระบบสร้างห้องและหาห้อง — รองรับ 2 – 6 คน ผ่าน Epic Online Services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548640" y="433425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 txBox="1"/>
          <p:nvPr/>
        </p:nvSpPr>
        <p:spPr>
          <a:xfrm>
            <a:off x="548640" y="43342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 txBox="1"/>
          <p:nvPr/>
        </p:nvSpPr>
        <p:spPr>
          <a:xfrm>
            <a:off x="1097280" y="4334256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รื้อระบบของเพื่อนให้เล่นออนไลน์ได้ — ตัวละคร ชีวิต การโต้ตอบ ผี มินิเกม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548640" y="4764024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 txBox="1"/>
          <p:nvPr/>
        </p:nvSpPr>
        <p:spPr>
          <a:xfrm>
            <a:off x="548640" y="476402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1097280" y="4764024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เครื่องมือให้ทีมทดสอบได้โดยไม่ต้องเปิดเซิร์ฟเวอร์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548640" y="5193792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1097280" y="5193792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 Match — เฟส นาฬิกา ทางออก ความยาก และกติกาจบเกม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1;p4"/>
          <p:cNvSpPr/>
          <p:nvPr/>
        </p:nvSpPr>
        <p:spPr>
          <a:xfrm>
            <a:off x="548640" y="5623560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2;p4"/>
          <p:cNvSpPr txBox="1"/>
          <p:nvPr/>
        </p:nvSpPr>
        <p:spPr>
          <a:xfrm>
            <a:off x="548640" y="56235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3;p4"/>
          <p:cNvSpPr txBox="1"/>
          <p:nvPr/>
        </p:nvSpPr>
        <p:spPr>
          <a:xfrm>
            <a:off x="1097280" y="5623560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เมนูหลัก ห้องรอ และการตั้งค่า — สร้างห้อง หาห้อง เข้าห้องด่วน Ready / Start และเมนู Esc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1;p4"/>
          <p:cNvSpPr/>
          <p:nvPr/>
        </p:nvSpPr>
        <p:spPr>
          <a:xfrm>
            <a:off x="548640" y="6053328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2;p4"/>
          <p:cNvSpPr txBox="1"/>
          <p:nvPr/>
        </p:nvSpPr>
        <p:spPr>
          <a:xfrm>
            <a:off x="548640" y="605332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3;p4"/>
          <p:cNvSpPr txBox="1"/>
          <p:nvPr/>
        </p:nvSpPr>
        <p:spPr>
          <a:xfrm>
            <a:off x="1097280" y="6053328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50"/>
              <a:buFont typeface="Tahoma"/>
              <a:buNone/>
            </a:pPr>
            <a:r>
              <a:rPr b="0" i="0" lang="en-US" sz="13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เสียงพูด 3D และวิทยุสื่อสาร — ได้ยินตามระยะจริง และคุยผ่านวิทยุได้ไม่จำกัดระยะ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อะไรเป็นงานผม อะไรไม่ใช่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แยกให้ชัดตั้งแต่ต้น เพราะโปรเจกต์นี้ทำกัน 5 คน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457200" y="1783080"/>
            <a:ext cx="3657600" cy="4206240"/>
          </a:xfrm>
          <a:prstGeom prst="roundRect">
            <a:avLst>
              <a:gd fmla="val 2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 txBox="1"/>
          <p:nvPr/>
        </p:nvSpPr>
        <p:spPr>
          <a:xfrm>
            <a:off x="731520" y="196596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 txBox="1"/>
          <p:nvPr/>
        </p:nvSpPr>
        <p:spPr>
          <a:xfrm>
            <a:off x="731520" y="2468880"/>
            <a:ext cx="310896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ระบบเซฟที่เข้ารหัส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สร้างห้อง / หาห้อง / จับคู่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สลับโหมดออฟไลน์–ออนไลน์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 Match และเฟสของรอบ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ระบบความยาก 4 ระดับ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ทางออกและกติกาจบเกม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PlayerRegistry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TaskTimer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ระบบเสียงพูดในเกม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เมนูหลัก ห้องรอ และการตั้งค่า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วิทยุสื่อสารและ Hotbar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4251960" y="1783080"/>
            <a:ext cx="3657600" cy="4206240"/>
          </a:xfrm>
          <a:prstGeom prst="roundRect">
            <a:avLst>
              <a:gd fmla="val 2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 txBox="1"/>
          <p:nvPr/>
        </p:nvSpPr>
        <p:spPr>
          <a:xfrm>
            <a:off x="4526280" y="196596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งานเพื่อน ผมรื้อให้ออนไลน์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4526280" y="2468880"/>
            <a:ext cx="310896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การโต้ตอบกับวัตถุ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ชีวิตและความเสียหาย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การเคลื่อนที่ของตัวละคร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กล้องมุมมองบุคคลที่หนึ่ง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UI หลอดเลือด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ระบบผีพื้นฐาน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มินิเกมป๊อปคอร์น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046720" y="1783080"/>
            <a:ext cx="3566160" cy="4206240"/>
          </a:xfrm>
          <a:prstGeom prst="roundRect">
            <a:avLst>
              <a:gd fmla="val 205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 txBox="1"/>
          <p:nvPr/>
        </p:nvSpPr>
        <p:spPr>
          <a:xfrm>
            <a:off x="8321040" y="196596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งานของเพื่อน ผมไม่ได้แตะ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 txBox="1"/>
          <p:nvPr/>
        </p:nvSpPr>
        <p:spPr>
          <a:xfrm>
            <a:off x="8321040" y="2468880"/>
            <a:ext cx="30175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อติโรจน์ — ออกแบบและเขียนมินิเกมป๊อปคอร์น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อติโรจน์ — ระบบล้ม/ช่วยเพื่อน และการวางของในฉาก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Char char="•"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นนพัทธ์ — ระบบผีต้นฉบับ (Enemy, TimedGhost, GhostManager, ไฟ)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มินิเกมป๊อปคอร์นเป็นของอติโรจน์  ·  ระบบผีเป็นของนนพัทธ์  ·  ส่วนของผมคือทำให้ทั้งสองระบบเล่นหลายคนได้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ลำดับงานห้าสัปดาห์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แต่ละสัปดาห์ต่อยอดจากสัปดาห์ก่อน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457200" y="1783080"/>
            <a:ext cx="11155680" cy="822960"/>
          </a:xfrm>
          <a:prstGeom prst="roundRect">
            <a:avLst>
              <a:gd fmla="val 8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/>
          <p:nvPr/>
        </p:nvSpPr>
        <p:spPr>
          <a:xfrm>
            <a:off x="731520" y="200253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 txBox="1"/>
          <p:nvPr/>
        </p:nvSpPr>
        <p:spPr>
          <a:xfrm>
            <a:off x="731520" y="20025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132588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 txBox="1"/>
          <p:nvPr/>
        </p:nvSpPr>
        <p:spPr>
          <a:xfrm>
            <a:off x="1325880" y="2194560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12 – 22 ส.ค.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3474720" y="187452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วางโครงโปรเจกต์ ระบบเซฟที่เข้ารหัส และเมนูหลัก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457200" y="2715768"/>
            <a:ext cx="11155680" cy="822960"/>
          </a:xfrm>
          <a:prstGeom prst="roundRect">
            <a:avLst>
              <a:gd fmla="val 8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731520" y="2935224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 txBox="1"/>
          <p:nvPr/>
        </p:nvSpPr>
        <p:spPr>
          <a:xfrm>
            <a:off x="731520" y="293522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 txBox="1"/>
          <p:nvPr/>
        </p:nvSpPr>
        <p:spPr>
          <a:xfrm>
            <a:off x="1325880" y="2779776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 txBox="1"/>
          <p:nvPr/>
        </p:nvSpPr>
        <p:spPr>
          <a:xfrm>
            <a:off x="1325880" y="312724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23 ส.ค. – 5 ก.ย.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3474720" y="2807208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ต่อ Epic Online Services สร้างห้อง หาห้อง และล็อกห้องด้วยรหัส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457200" y="3648456"/>
            <a:ext cx="11155680" cy="822960"/>
          </a:xfrm>
          <a:prstGeom prst="roundRect">
            <a:avLst>
              <a:gd fmla="val 8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1325880" y="3712464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1325880" y="4059936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6 – 12 ก.ย.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3474720" y="3739896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รื้อระบบของเพื่อนให้เล่นออนไลน์ได้ และทำเครื่องมือทดสอบแบบไม่ต้องเปิดห้อง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457200" y="4581144"/>
            <a:ext cx="11155680" cy="822960"/>
          </a:xfrm>
          <a:prstGeom prst="roundRect">
            <a:avLst>
              <a:gd fmla="val 8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731520" y="4800600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 txBox="1"/>
          <p:nvPr/>
        </p:nvSpPr>
        <p:spPr>
          <a:xfrm>
            <a:off x="731520" y="480060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1325880" y="4645152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1325880" y="4992624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13 – 19 ก.ย.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3474720" y="4672584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ระบบ Match ความยาก 4 ระดับ กติกาจบเกม และแปลงผี+มินิเกมเป็นหลายคน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96;p6"/>
          <p:cNvSpPr/>
          <p:nvPr/>
        </p:nvSpPr>
        <p:spPr>
          <a:xfrm>
            <a:off x="457200" y="5513832"/>
            <a:ext cx="11155680" cy="822960"/>
          </a:xfrm>
          <a:prstGeom prst="roundRect">
            <a:avLst>
              <a:gd fmla="val 8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97;p6"/>
          <p:cNvSpPr/>
          <p:nvPr/>
        </p:nvSpPr>
        <p:spPr>
          <a:xfrm>
            <a:off x="731520" y="5733288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98;p6"/>
          <p:cNvSpPr txBox="1"/>
          <p:nvPr/>
        </p:nvSpPr>
        <p:spPr>
          <a:xfrm>
            <a:off x="731520" y="573328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99;p6"/>
          <p:cNvSpPr txBox="1"/>
          <p:nvPr/>
        </p:nvSpPr>
        <p:spPr>
          <a:xfrm>
            <a:off x="1325880" y="55778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0;p6"/>
          <p:cNvSpPr txBox="1"/>
          <p:nvPr/>
        </p:nvSpPr>
        <p:spPr>
          <a:xfrm>
            <a:off x="1325880" y="592531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21 – 27 ก.ย.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1;p6"/>
          <p:cNvSpPr txBox="1"/>
          <p:nvPr/>
        </p:nvSpPr>
        <p:spPr>
          <a:xfrm>
            <a:off x="3474720" y="560527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เมนูหลักใหม่ ห้องรอ เมนู Esc การตั้งค่า เสียงพูด 3D และวิทยุสื่อสาร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1. ระบบเซฟที่เข้ารหัส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1 – 2  ·  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548640" y="1828800"/>
            <a:ext cx="5486400" cy="3931920"/>
          </a:xfrm>
          <a:prstGeom prst="roundRect">
            <a:avLst>
              <a:gd fmla="val 186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 txBox="1"/>
          <p:nvPr/>
        </p:nvSpPr>
        <p:spPr>
          <a:xfrm>
            <a:off x="868680" y="20116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สิ่งที่ระบบนี้ทำ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 txBox="1"/>
          <p:nvPr/>
        </p:nvSpPr>
        <p:spPr>
          <a:xfrm>
            <a:off x="868680" y="2468880"/>
            <a:ext cx="48463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เก็บข้อมูลเป็น JSON แล้วเข้ารหัสด้วย AES-256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โหลดเซฟให้เสร็จก่อนซีนแรกจะเริ่ม ไม่ต้องรอ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เป็นแหล่งข้อมูลเดียวของเกม ทุกระบบอ่านที่เดียวกัน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ของถาวรซื้อซ้ำไม่ได้ ระบบบังคับให้มีได้แค่ชิ้นเดียว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ทำหน้าจอ Inspector เองให้ทีมกดดู/แก้เซฟได้ตอนเทส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6309360" y="1828800"/>
            <a:ext cx="5303520" cy="3931920"/>
          </a:xfrm>
          <a:prstGeom prst="roundRect">
            <a:avLst>
              <a:gd fmla="val 186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 txBox="1"/>
          <p:nvPr/>
        </p:nvSpPr>
        <p:spPr>
          <a:xfrm>
            <a:off x="6629400" y="201168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เรื่องที่คิดเยอะที่สุด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6629400" y="2468880"/>
            <a:ext cx="466344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กุญแจเข้ารหัสถ้าเขียนเป็นข้อความตรง ๆ ในโค้ด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เปิดไฟล์เกมก็เจอทันที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ผมเลยแยกกุญแจเป็นชุดตัวเลข 4 ก้อน แล้วประกอบตอนรัน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ไม่ได้ปลอดภัยระดับธนาคาร แต่พอสำหรับเกมที่ไม่มีเซิร์ฟเวอร์เก็บข้อมูล และทำให้แก้เซฟไม่ได้ด้วยโปรแกรมแก้ข้อความธรรมดา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347 บรรทัด · 4 ไฟล์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2. ระบบสร้างห้องและหาห้อง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8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2 – 3  ·  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8"/>
          <p:cNvSpPr/>
          <p:nvPr/>
        </p:nvSpPr>
        <p:spPr>
          <a:xfrm>
            <a:off x="548640" y="1828800"/>
            <a:ext cx="11064240" cy="1920240"/>
          </a:xfrm>
          <a:prstGeom prst="roundRect">
            <a:avLst>
              <a:gd fmla="val 381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"/>
          <p:cNvSpPr txBox="1"/>
          <p:nvPr/>
        </p:nvSpPr>
        <p:spPr>
          <a:xfrm>
            <a:off x="868680" y="201168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ห้องหนึ่งห้องคือข้อตกลงของข้อมูล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 txBox="1"/>
          <p:nvPr/>
        </p:nvSpPr>
        <p:spPr>
          <a:xfrm>
            <a:off x="868680" y="2468880"/>
            <a:ext cx="104241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ห้องประกาศออกไปว่า เล่นแผนที่ไหน ความยากอะไร ล็อกรหัสหรือเปล่า และตอนนี้กี่คนจาก 2 – 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คนที่กดหาห้องเห็นข้อมูลครบก่อนกดเข้า ไม่ต้องเข้าไปแล้วค่อยรู้ว่าไม่ใช่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ข้อมูลห้องเป็นตัวกำหนดค่าเริ่มต้นของรอบเล่นจริง ไม่ได้ตั้งซ้ำอีกที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548640" y="3977640"/>
            <a:ext cx="11064240" cy="1783080"/>
          </a:xfrm>
          <a:prstGeom prst="roundRect">
            <a:avLst>
              <a:gd fmla="val 4103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"/>
          <p:cNvSpPr txBox="1"/>
          <p:nvPr/>
        </p:nvSpPr>
        <p:spPr>
          <a:xfrm>
            <a:off x="868680" y="416052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จุดที่ตัดสินใจเรื่องความปลอดภัย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 txBox="1"/>
          <p:nvPr/>
        </p:nvSpPr>
        <p:spPr>
          <a:xfrm>
            <a:off x="868680" y="4572000"/>
            <a:ext cx="104241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รหัสห้องต้องไม่เป็นข้อมูลที่ห้องประกาศออกไป เพราะข้อมูลที่ประกาศ ใครก็อ่านได้จากรายการห้อง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ระบบจึงประกาศแค่ว่า “ห้องนี้ล็อกอยู่” แล้วไปตรวจรหัสจริงหลังจากเข้าห้องแล้วเท่านั้น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450 บรรทัด · 5 ไฟล์ · Mirror + Epic Online Services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3. รื้อระบบของเพื่อนให้เล่นออนไลน์ได้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3  ·  โครงเดิมเป็นของอติโรจน์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 txBox="1"/>
          <p:nvPr/>
        </p:nvSpPr>
        <p:spPr>
          <a:xfrm>
            <a:off x="548640" y="17373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300"/>
              <a:buFont typeface="Tahoma"/>
              <a:buNone/>
            </a:pPr>
            <a:r>
              <a:rPr b="0" i="0" lang="en-US" sz="13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ระบบเดิมเขียนมาแบบผู้เล่นคนเดียว ทดสอบคนเดียวไม่มีปัญหา แต่พอมี 6 คนพร้อมกันจะพังทันที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457200" y="219456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"/>
          <p:cNvSpPr txBox="1"/>
          <p:nvPr/>
        </p:nvSpPr>
        <p:spPr>
          <a:xfrm>
            <a:off x="777240" y="2286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50"/>
              <a:buFont typeface="Tahoma"/>
              <a:buNone/>
            </a:pPr>
            <a:r>
              <a:rPr b="1" i="0" lang="en-US" sz="12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การโต้ตอบ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 txBox="1"/>
          <p:nvPr/>
        </p:nvSpPr>
        <p:spPr>
          <a:xfrm>
            <a:off x="3017520" y="22860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ทุกคนกดเปิดประตูบานเดียวกัน แต่ละจอเห็นไม่ตรงกัน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 txBox="1"/>
          <p:nvPr/>
        </p:nvSpPr>
        <p:spPr>
          <a:xfrm>
            <a:off x="7315200" y="22860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ให้เซิร์ฟเวอร์ตัดสินที่เดียว แล้วส่งผลไปทุกเครื่อง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457200" y="310896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"/>
          <p:cNvSpPr txBox="1"/>
          <p:nvPr/>
        </p:nvSpPr>
        <p:spPr>
          <a:xfrm>
            <a:off x="777240" y="32004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50"/>
              <a:buFont typeface="Tahoma"/>
              <a:buNone/>
            </a:pPr>
            <a:r>
              <a:rPr b="1" i="0" lang="en-US" sz="12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ชีวิตและความเสียหาย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3017520" y="32004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ไคลเอนต์ลดเลือดตัวเอง แก้ค่าได้ง่าย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 txBox="1"/>
          <p:nvPr/>
        </p:nvSpPr>
        <p:spPr>
          <a:xfrm>
            <a:off x="7315200" y="32004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ย้ายการคิดเลือดไปที่เซิร์ฟเวอร์ ไคลเอนต์แค่แสดงผล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/>
          <p:nvPr/>
        </p:nvSpPr>
        <p:spPr>
          <a:xfrm>
            <a:off x="457200" y="402336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9"/>
          <p:cNvSpPr txBox="1"/>
          <p:nvPr/>
        </p:nvSpPr>
        <p:spPr>
          <a:xfrm>
            <a:off x="777240" y="41148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50"/>
              <a:buFont typeface="Tahoma"/>
              <a:buNone/>
            </a:pPr>
            <a:r>
              <a:rPr b="1" i="0" lang="en-US" sz="12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การควบคุมตัวละคร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3017520" y="41148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กดปุ่มแล้วขยับทุกตัวในฉาก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7315200" y="41148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ล็อกให้คุมได้เฉพาะตัวของตัวเอง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457200" y="493776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/>
          <p:cNvSpPr txBox="1"/>
          <p:nvPr/>
        </p:nvSpPr>
        <p:spPr>
          <a:xfrm>
            <a:off x="777240" y="5029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50"/>
              <a:buFont typeface="Tahoma"/>
              <a:buNone/>
            </a:pPr>
            <a:r>
              <a:rPr b="1" i="0" lang="en-US" sz="12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คนเข้าห้องทีหลัง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3017520" y="50292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เข้ามาแล้วเห็นสถานะเก่าผิดหมด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7315200" y="502920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ส่งสถานะปัจจุบันให้ตอนเข้าเกม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ผมไม่ได้เขียนระบบพวกนี้ใหม่ — ผมรื้อส่วนที่ตัดสินใจ ให้เซิร์ฟเวอร์เป็นคนตัดสิน โดยไม่พังโครงเดิม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4. ให้ทีมทดสอบได้โดยไม่ต้องเปิดห้อง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3  ·  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548640" y="1828800"/>
            <a:ext cx="5486400" cy="2011680"/>
          </a:xfrm>
          <a:prstGeom prst="roundRect">
            <a:avLst>
              <a:gd fmla="val 3636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"/>
          <p:cNvSpPr txBox="1"/>
          <p:nvPr/>
        </p:nvSpPr>
        <p:spPr>
          <a:xfrm>
            <a:off x="868680" y="20116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ปัญหา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 txBox="1"/>
          <p:nvPr/>
        </p:nvSpPr>
        <p:spPr>
          <a:xfrm>
            <a:off x="868680" y="2423160"/>
            <a:ext cx="48463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พอเปลี่ยนเป็นออนไลน์ ทุกอย่างต้องมีเซิร์ฟเวอร์ถึงจะทำงาน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เพื่อนที่ทำฉากหรือมินิเกมต้องเปิดห้องทุกครั้งแค่จะกดเทสอย่างเดียว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6309360" y="1828800"/>
            <a:ext cx="5303520" cy="2011680"/>
          </a:xfrm>
          <a:prstGeom prst="roundRect">
            <a:avLst>
              <a:gd fmla="val 3636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"/>
          <p:cNvSpPr txBox="1"/>
          <p:nvPr/>
        </p:nvSpPr>
        <p:spPr>
          <a:xfrm>
            <a:off x="6629400" y="201168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ทางแก้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6629400" y="2423160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ทำตัวตรวจว่าตอนนี้มีเซิร์ฟเวอร์ไหม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ถ้าไม่มี ให้ระบบเดินเองในโหมดคนเดียว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และมีตัวสร้างผู้เล่นสำรองให้ฉากทดสอบ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fmla="val 42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868680" y="425196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ทำไมถึงคุ้มที่จะเสียเวลาทำ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 txBox="1"/>
          <p:nvPr/>
        </p:nvSpPr>
        <p:spPr>
          <a:xfrm>
            <a:off x="868680" y="4663440"/>
            <a:ext cx="104241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เพื่อนกด Play แล้วเทสได้เลย ไม่ต้องรู้เรื่อง Mirror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โค้ดชุดเดียวใช้ได้ทั้งออฟไลน์และออนไลน์ ไม่ต้องแยกสองเวอร์ชันให้หลุดกัน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ผมต้องลองถึงสามรอบกว่าจะเจอวิธีที่ไม่พังโหมดออนไลน์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5. ระบบ Match และกติกาจบเกม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4  ·  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548640" y="1783080"/>
            <a:ext cx="11064240" cy="1965960"/>
          </a:xfrm>
          <a:prstGeom prst="roundRect">
            <a:avLst>
              <a:gd fmla="val 372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1"/>
          <p:cNvSpPr txBox="1"/>
          <p:nvPr/>
        </p:nvSpPr>
        <p:spPr>
          <a:xfrm>
            <a:off x="868680" y="196596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MatchDirector — ตัวคุมหนึ่งรอบการเล่นทั้งหมด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 txBox="1"/>
          <p:nvPr/>
        </p:nvSpPr>
        <p:spPr>
          <a:xfrm>
            <a:off x="868680" y="2423160"/>
            <a:ext cx="104241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อ่านความยากและจำนวนผู้เล่นตอนเริ่มรอบ แล้วตั้งค่าด่านให้เองทั้งหมด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คุมนาฬิกาในเกม 00:00 – 06:00 และเฟสของรอบ Night / Escape / Overtime / LockedIn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นับโซนที่ทำเสร็จ = เงื่อนไขรอดชีวิตของทีม  ส่วน Task ของแต่ละคน = เงินที่คนนั้นได้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548640" y="3977640"/>
            <a:ext cx="5394960" cy="1828800"/>
          </a:xfrm>
          <a:prstGeom prst="roundRect">
            <a:avLst>
              <a:gd fmla="val 4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1"/>
          <p:cNvSpPr txBox="1"/>
          <p:nvPr/>
        </p:nvSpPr>
        <p:spPr>
          <a:xfrm>
            <a:off x="868680" y="41605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กติกาทางออก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 txBox="1"/>
          <p:nvPr/>
        </p:nvSpPr>
        <p:spPr>
          <a:xfrm>
            <a:off x="868680" y="4572000"/>
            <a:ext cx="47548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ประตูเปิดตอน 06:00 เท่านั้น และต้องทำโซนครบ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ถ้าไม่ครบ ไม่มีใครออกได้เลย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ทางออก 3 จุด จุดละ 2 คน = ทีมเต็มพอดี ต้องแยกกันออก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1"/>
          <p:cNvSpPr/>
          <p:nvPr/>
        </p:nvSpPr>
        <p:spPr>
          <a:xfrm>
            <a:off x="6217920" y="3977640"/>
            <a:ext cx="5394960" cy="1828800"/>
          </a:xfrm>
          <a:prstGeom prst="roundRect">
            <a:avLst>
              <a:gd fmla="val 4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1"/>
          <p:cNvSpPr txBox="1"/>
          <p:nvPr/>
        </p:nvSpPr>
        <p:spPr>
          <a:xfrm>
            <a:off x="6537960" y="41605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จบเกมได้ 3 ทาง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 txBox="1"/>
          <p:nvPr/>
        </p:nvSpPr>
        <p:spPr>
          <a:xfrm>
            <a:off x="6537960" y="4572000"/>
            <a:ext cx="47548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ทำโซนครบ → ประตูเปิด มีเวลา 1 ชั่วโมงในเกมให้หนี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ไม่ครบ แต่ตายไปแล้ว 2 คน → Overtime ผีแรงขึ้นเรื่อย ๆ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ไม่ครบ และยังอยู่ครบ → ถูกขังในตึก ต้องหากุญแจผี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MatchDirector.cs (51 KB) · MatchState.cs · MatchPhase.cs · PlayerOutcome.cs · ExitPoint.cs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6. ระบบความยาก 4 ระดับ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4  ·  ออกแบบให้ Game Design ปรับเองได้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548640" y="1828800"/>
            <a:ext cx="2423160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2"/>
          <p:cNvSpPr txBox="1"/>
          <p:nvPr/>
        </p:nvSpPr>
        <p:spPr>
          <a:xfrm>
            <a:off x="685800" y="1965960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Easy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2"/>
          <p:cNvSpPr txBox="1"/>
          <p:nvPr/>
        </p:nvSpPr>
        <p:spPr>
          <a:xfrm>
            <a:off x="685800" y="2395728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00"/>
              <a:buFont typeface="Tahoma"/>
              <a:buNone/>
            </a:pP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300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 นาที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2"/>
          <p:cNvSpPr txBox="1"/>
          <p:nvPr/>
        </p:nvSpPr>
        <p:spPr>
          <a:xfrm>
            <a:off x="685800" y="274320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ไม่มีกฎสถานที่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3429000" y="1828800"/>
            <a:ext cx="2423160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2"/>
          <p:cNvSpPr txBox="1"/>
          <p:nvPr/>
        </p:nvSpPr>
        <p:spPr>
          <a:xfrm>
            <a:off x="3566160" y="1965960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Normal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 txBox="1"/>
          <p:nvPr/>
        </p:nvSpPr>
        <p:spPr>
          <a:xfrm>
            <a:off x="3566160" y="2395728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00"/>
              <a:buFont typeface="Tahoma"/>
              <a:buNone/>
            </a:pP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15 นาที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2"/>
          <p:cNvSpPr txBox="1"/>
          <p:nvPr/>
        </p:nvSpPr>
        <p:spPr>
          <a:xfrm>
            <a:off x="3566160" y="274320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มีกฎบางข้อ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6309360" y="1828800"/>
            <a:ext cx="2423160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2"/>
          <p:cNvSpPr txBox="1"/>
          <p:nvPr/>
        </p:nvSpPr>
        <p:spPr>
          <a:xfrm>
            <a:off x="6446520" y="1965960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Hard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2"/>
          <p:cNvSpPr txBox="1"/>
          <p:nvPr/>
        </p:nvSpPr>
        <p:spPr>
          <a:xfrm>
            <a:off x="6446520" y="2395728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00"/>
              <a:buFont typeface="Tahoma"/>
              <a:buNone/>
            </a:pPr>
            <a:r>
              <a:rPr lang="en-US" sz="1300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15 </a:t>
            </a: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นาที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2"/>
          <p:cNvSpPr txBox="1"/>
          <p:nvPr/>
        </p:nvSpPr>
        <p:spPr>
          <a:xfrm>
            <a:off x="6446520" y="274320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กฎเยอะขึ้น ล้มง่ายขึ้น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9189720" y="1828800"/>
            <a:ext cx="2423160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2"/>
          <p:cNvSpPr txBox="1"/>
          <p:nvPr/>
        </p:nvSpPr>
        <p:spPr>
          <a:xfrm>
            <a:off x="9326880" y="1965960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13 Rules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2"/>
          <p:cNvSpPr txBox="1"/>
          <p:nvPr/>
        </p:nvSpPr>
        <p:spPr>
          <a:xfrm>
            <a:off x="9326880" y="2395728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300"/>
              <a:buFont typeface="Tahoma"/>
              <a:buNone/>
            </a:pPr>
            <a:r>
              <a:rPr lang="en-US" sz="1300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15 </a:t>
            </a:r>
            <a:r>
              <a:rPr b="0" i="0" lang="en-US" sz="13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นาที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2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กฎครบ 13 ข้อ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 txBox="1"/>
          <p:nvPr/>
        </p:nvSpPr>
        <p:spPr>
          <a:xfrm>
            <a:off x="548640" y="34290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ยากขึ้น = คืนยาวขึ้น ไม่ใช่สั้นลง เพราะกลางคืนคือช่วงที่อันตราย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548640" y="3931920"/>
            <a:ext cx="5486400" cy="1874520"/>
          </a:xfrm>
          <a:prstGeom prst="roundRect">
            <a:avLst>
              <a:gd fmla="val 3902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2"/>
          <p:cNvSpPr txBox="1"/>
          <p:nvPr/>
        </p:nvSpPr>
        <p:spPr>
          <a:xfrm>
            <a:off x="868680" y="41148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ค่าที่ปรับได้จาก Inspector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2"/>
          <p:cNvSpPr txBox="1"/>
          <p:nvPr/>
        </p:nvSpPr>
        <p:spPr>
          <a:xfrm>
            <a:off x="868680" y="4526280"/>
            <a:ext cx="4846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Char char="•"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จำนวนกฎสถานที่ (0 – 13 ข้อ)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Char char="•"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งานเพิ่มต่อโซน และงานเพิ่มต่อผู้เล่น 1 คน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Char char="•"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ความเร็วการลด Sanity และจำนวนผีที่สุ่มเพิ่ม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2"/>
          <p:cNvSpPr/>
          <p:nvPr/>
        </p:nvSpPr>
        <p:spPr>
          <a:xfrm>
            <a:off x="6309360" y="3931920"/>
            <a:ext cx="5303520" cy="1874520"/>
          </a:xfrm>
          <a:prstGeom prst="roundRect">
            <a:avLst>
              <a:gd fmla="val 3902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2"/>
          <p:cNvSpPr txBox="1"/>
          <p:nvPr/>
        </p:nvSpPr>
        <p:spPr>
          <a:xfrm>
            <a:off x="6629400" y="411480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สิ่งที่ผมกันไว้ในโค้ด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 txBox="1"/>
          <p:nvPr/>
        </p:nvSpPr>
        <p:spPr>
          <a:xfrm>
            <a:off x="6629400" y="4526280"/>
            <a:ext cx="46634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Char char="•"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เตือนทันทีถ้าตั้งโหมด 13 Rules แต่กฎไม่ครบ 13 ข้อ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Char char="•"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เตือนถ้างานที่สุ่มเพิ่มเกินกว่าที่แผนที่รับได้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Char char="•"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กฎของเกม เช่น กลางคืน 6 ชั่วโมง ทำเป็น const แก้ผิดไม่ได้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3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7. แปลงระบบผีและมินิเกมให้เล่นหลายคน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3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4  ·  ระบบผีของนนพัทธ์ มินิเกมของอติโรจน์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3"/>
          <p:cNvSpPr/>
          <p:nvPr/>
        </p:nvSpPr>
        <p:spPr>
          <a:xfrm>
            <a:off x="457200" y="210312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3"/>
          <p:cNvSpPr/>
          <p:nvPr/>
        </p:nvSpPr>
        <p:spPr>
          <a:xfrm>
            <a:off x="685800" y="232257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3"/>
          <p:cNvSpPr txBox="1"/>
          <p:nvPr/>
        </p:nvSpPr>
        <p:spPr>
          <a:xfrm>
            <a:off x="685800" y="232257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 txBox="1"/>
          <p:nvPr/>
        </p:nvSpPr>
        <p:spPr>
          <a:xfrm>
            <a:off x="1234440" y="2194560"/>
            <a:ext cx="4754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ผีไล่ผู้เล่นได้แค่คนเดียว อีก 5 คนผีไม่สนเลย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6400800" y="2194560"/>
            <a:ext cx="5029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เขียน PlayerRegistry ให้เลือกคนใกล้สุดที่มองเห็นจริง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3"/>
          <p:cNvSpPr/>
          <p:nvPr/>
        </p:nvSpPr>
        <p:spPr>
          <a:xfrm>
            <a:off x="457200" y="301752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3"/>
          <p:cNvSpPr/>
          <p:nvPr/>
        </p:nvSpPr>
        <p:spPr>
          <a:xfrm>
            <a:off x="685800" y="323697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 txBox="1"/>
          <p:nvPr/>
        </p:nvSpPr>
        <p:spPr>
          <a:xfrm>
            <a:off x="685800" y="323697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3"/>
          <p:cNvSpPr txBox="1"/>
          <p:nvPr/>
        </p:nvSpPr>
        <p:spPr>
          <a:xfrm>
            <a:off x="1234440" y="3108960"/>
            <a:ext cx="4754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AI ของผีรันทุกเครื่อง ผีอยู่คนละที่บนแต่ละจอ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 txBox="1"/>
          <p:nvPr/>
        </p:nvSpPr>
        <p:spPr>
          <a:xfrm>
            <a:off x="6400800" y="3108960"/>
            <a:ext cx="5029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ย้าย AI ไปรันที่เซิร์ฟเวอร์ที่เดียว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3"/>
          <p:cNvSpPr/>
          <p:nvPr/>
        </p:nvSpPr>
        <p:spPr>
          <a:xfrm>
            <a:off x="457200" y="393192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3"/>
          <p:cNvSpPr/>
          <p:nvPr/>
        </p:nvSpPr>
        <p:spPr>
          <a:xfrm>
            <a:off x="685800" y="415137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3"/>
          <p:cNvSpPr txBox="1"/>
          <p:nvPr/>
        </p:nvSpPr>
        <p:spPr>
          <a:xfrm>
            <a:off x="685800" y="415137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 txBox="1"/>
          <p:nvPr/>
        </p:nvSpPr>
        <p:spPr>
          <a:xfrm>
            <a:off x="1234440" y="4023360"/>
            <a:ext cx="4754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Jumpscare ขึ้นทุกจอพร้อมกัน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3"/>
          <p:cNvSpPr txBox="1"/>
          <p:nvPr/>
        </p:nvSpPr>
        <p:spPr>
          <a:xfrm>
            <a:off x="6400800" y="4023360"/>
            <a:ext cx="5029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ส่งเฉพาะเครื่องของคนที่โดน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3"/>
          <p:cNvSpPr/>
          <p:nvPr/>
        </p:nvSpPr>
        <p:spPr>
          <a:xfrm>
            <a:off x="457200" y="4846320"/>
            <a:ext cx="11155680" cy="822960"/>
          </a:xfrm>
          <a:prstGeom prst="roundRect">
            <a:avLst>
              <a:gd fmla="val 8889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685800" y="506577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3"/>
          <p:cNvSpPr txBox="1"/>
          <p:nvPr/>
        </p:nvSpPr>
        <p:spPr>
          <a:xfrm>
            <a:off x="685800" y="506577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 txBox="1"/>
          <p:nvPr/>
        </p:nvSpPr>
        <p:spPr>
          <a:xfrm>
            <a:off x="1234440" y="4937760"/>
            <a:ext cx="4754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มินิเกมนับคะแนนของตัวเอง 6 เครื่องได้ 6 คะแนน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 txBox="1"/>
          <p:nvPr/>
        </p:nvSpPr>
        <p:spPr>
          <a:xfrm>
            <a:off x="6400800" y="4937760"/>
            <a:ext cx="5029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50"/>
              <a:buFont typeface="Tahoma"/>
              <a:buNone/>
            </a:pPr>
            <a:r>
              <a:rPr b="0" i="0" lang="en-US" sz="11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เขียน PopcornNetSync ให้เซิร์ฟเวอร์ตัดสินที่เดียว ทุกคนเห็นออเดอร์เดียวกัน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ผมไม่ได้เขียนระบบผีหรือมินิเกม — ผมแปลงให้รองรับผู้เล่นหลายคน โดยไม่รื้อโครงเดิมของเจ้าของงาน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4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บั๊กที่เจอจากการอ่านโค้ด ไม่ใช่การเดา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4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รวมทุกสัปดาห์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4"/>
          <p:cNvSpPr/>
          <p:nvPr/>
        </p:nvSpPr>
        <p:spPr>
          <a:xfrm>
            <a:off x="457200" y="1691640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4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4"/>
          <p:cNvSpPr txBox="1"/>
          <p:nvPr/>
        </p:nvSpPr>
        <p:spPr>
          <a:xfrm>
            <a:off x="685800" y="17556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4"/>
          <p:cNvSpPr txBox="1"/>
          <p:nvPr/>
        </p:nvSpPr>
        <p:spPr>
          <a:xfrm>
            <a:off x="1234440" y="1691640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ผีไล่ได้แค่คนเดียว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4"/>
          <p:cNvSpPr txBox="1"/>
          <p:nvPr/>
        </p:nvSpPr>
        <p:spPr>
          <a:xfrm>
            <a:off x="4480560" y="1691640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โค้ดหาผู้เล่นด้วยการค้นหาแท็ก ซึ่งคืนค่าแค่ตัวแรกที่เจอเสมอ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4"/>
          <p:cNvSpPr/>
          <p:nvPr/>
        </p:nvSpPr>
        <p:spPr>
          <a:xfrm>
            <a:off x="457200" y="2267712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4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4"/>
          <p:cNvSpPr txBox="1"/>
          <p:nvPr/>
        </p:nvSpPr>
        <p:spPr>
          <a:xfrm>
            <a:off x="685800" y="23317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4"/>
          <p:cNvSpPr txBox="1"/>
          <p:nvPr/>
        </p:nvSpPr>
        <p:spPr>
          <a:xfrm>
            <a:off x="1234440" y="2267712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มินิเกมดับทั้งระบบ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4"/>
          <p:cNvSpPr txBox="1"/>
          <p:nvPr/>
        </p:nvSpPr>
        <p:spPr>
          <a:xfrm>
            <a:off x="4480560" y="2267712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Mirror ปิดวัตถุในฉากที่มี NetworkIdentity ตอนโหลด ถ้าไม่มีเซิร์ฟเวอร์ก็ไม่ถูกเปิดกลับ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4"/>
          <p:cNvSpPr/>
          <p:nvPr/>
        </p:nvSpPr>
        <p:spPr>
          <a:xfrm>
            <a:off x="457200" y="2843784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4"/>
          <p:cNvSpPr/>
          <p:nvPr/>
        </p:nvSpPr>
        <p:spPr>
          <a:xfrm>
            <a:off x="685800" y="2907792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4"/>
          <p:cNvSpPr txBox="1"/>
          <p:nvPr/>
        </p:nvSpPr>
        <p:spPr>
          <a:xfrm>
            <a:off x="685800" y="29077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4"/>
          <p:cNvSpPr txBox="1"/>
          <p:nvPr/>
        </p:nvSpPr>
        <p:spPr>
          <a:xfrm>
            <a:off x="1234440" y="2843784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ค่าที่ซิงก์ไม่อัปเดตบนเครื่องโฮสต์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 txBox="1"/>
          <p:nvPr/>
        </p:nvSpPr>
        <p:spPr>
          <a:xfrm>
            <a:off x="4480560" y="2843784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Mirror ไม่เรียก hook บนเครื่องที่เป็นคนแก้ค่าเอง ต้องสั่งเองเพิ่ม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457200" y="3419856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4"/>
          <p:cNvSpPr/>
          <p:nvPr/>
        </p:nvSpPr>
        <p:spPr>
          <a:xfrm>
            <a:off x="685800" y="3483864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4"/>
          <p:cNvSpPr txBox="1"/>
          <p:nvPr/>
        </p:nvSpPr>
        <p:spPr>
          <a:xfrm>
            <a:off x="685800" y="34838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4"/>
          <p:cNvSpPr txBox="1"/>
          <p:nvPr/>
        </p:nvSpPr>
        <p:spPr>
          <a:xfrm>
            <a:off x="1234440" y="3419856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Editor ขึ้น error ทุกครั้งที่เพิ่มคอมโพเนนต์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4480560" y="3419856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ตั้งชื่อเมธอด static ว่า Reset ซึ่งชนกับชื่อที่ Unity จองไว้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/>
          <p:nvPr/>
        </p:nvSpPr>
        <p:spPr>
          <a:xfrm>
            <a:off x="457200" y="3995928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685800" y="4059936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4"/>
          <p:cNvSpPr txBox="1"/>
          <p:nvPr/>
        </p:nvSpPr>
        <p:spPr>
          <a:xfrm>
            <a:off x="685800" y="40599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1234440" y="3995928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TaskTimer ไม่บันทึกอะไรเลย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4"/>
          <p:cNvSpPr txBox="1"/>
          <p:nvPr/>
        </p:nvSpPr>
        <p:spPr>
          <a:xfrm>
            <a:off x="4480560" y="3995928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จุดเก็บเวลาอยู่ในโค้ดฝั่งออนไลน์อย่างเดียว ฉากทดสอบจึงไม่เคยเรียกถึง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3;p14"/>
          <p:cNvSpPr/>
          <p:nvPr/>
        </p:nvSpPr>
        <p:spPr>
          <a:xfrm>
            <a:off x="457200" y="4572000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74;p14"/>
          <p:cNvSpPr/>
          <p:nvPr/>
        </p:nvSpPr>
        <p:spPr>
          <a:xfrm>
            <a:off x="685800" y="4636008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75;p14"/>
          <p:cNvSpPr txBox="1"/>
          <p:nvPr/>
        </p:nvSpPr>
        <p:spPr>
          <a:xfrm>
            <a:off x="685800" y="463600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76;p14"/>
          <p:cNvSpPr txBox="1"/>
          <p:nvPr/>
        </p:nvSpPr>
        <p:spPr>
          <a:xfrm>
            <a:off x="1234440" y="4572000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Unity ค้างตอน Host กดจบเกม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77;p14"/>
          <p:cNvSpPr txBox="1"/>
          <p:nvPr/>
        </p:nvSpPr>
        <p:spPr>
          <a:xfrm>
            <a:off x="4480560" y="4572000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หยุดเซิร์ฟเวอร์กับโหลดเมนูในเฟรมเดียวกัน — หาเจอจากการไล่ log ทีละขั้น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73;p14"/>
          <p:cNvSpPr/>
          <p:nvPr/>
        </p:nvSpPr>
        <p:spPr>
          <a:xfrm>
            <a:off x="457200" y="5148072"/>
            <a:ext cx="11155680" cy="512064"/>
          </a:xfrm>
          <a:prstGeom prst="roundRect">
            <a:avLst>
              <a:gd fmla="val 108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74;p14"/>
          <p:cNvSpPr/>
          <p:nvPr/>
        </p:nvSpPr>
        <p:spPr>
          <a:xfrm>
            <a:off x="685800" y="5212080"/>
            <a:ext cx="384048" cy="384048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75;p14"/>
          <p:cNvSpPr txBox="1"/>
          <p:nvPr/>
        </p:nvSpPr>
        <p:spPr>
          <a:xfrm>
            <a:off x="685800" y="52120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76;p14"/>
          <p:cNvSpPr txBox="1"/>
          <p:nvPr/>
        </p:nvSpPr>
        <p:spPr>
          <a:xfrm>
            <a:off x="1234440" y="5148072"/>
            <a:ext cx="3108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เข้าห้องเสียงได้ แต่ไม่มีใครได้ยิน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77;p14"/>
          <p:cNvSpPr txBox="1"/>
          <p:nvPr/>
        </p:nvSpPr>
        <p:spPr>
          <a:xfrm>
            <a:off x="4480560" y="5148072"/>
            <a:ext cx="6949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EOS SDK เวอร์ชันที่ใช้ไม่ส่งเสียงให้ตัวเกม — เปลี่ยนไปส่งเสียงผ่าน Mirror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50"/>
              <a:buFont typeface="Tahoma"/>
              <a:buNone/>
            </a:pPr>
            <a:r>
              <a:rPr b="1" i="0" lang="en-US" sz="12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ทุกตัวหาเจอด้วยการไล่อ่านโค้ด เอกสาร และ log จริง ไม่ได้ลองสุ่มแก้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วัดก่อน แล้วค่อยตั้งตัวเลข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5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TaskTimer — เครื่องมือที่ผมเขียนขึ้นเพื่อบาลานซ์เกม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5"/>
          <p:cNvSpPr/>
          <p:nvPr/>
        </p:nvSpPr>
        <p:spPr>
          <a:xfrm>
            <a:off x="548640" y="1920240"/>
            <a:ext cx="5029200" cy="2194560"/>
          </a:xfrm>
          <a:prstGeom prst="roundRect">
            <a:avLst>
              <a:gd fmla="val 3333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5"/>
          <p:cNvSpPr txBox="1"/>
          <p:nvPr/>
        </p:nvSpPr>
        <p:spPr>
          <a:xfrm>
            <a:off x="640080" y="2240280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600"/>
              <a:buFont typeface="Tahoma"/>
              <a:buNone/>
            </a:pPr>
            <a:r>
              <a:rPr b="1" i="0" lang="en-US" sz="3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4.5 วินาที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640080" y="301752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เวลาเฉลี่ยต่อ 1 Task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(วัดจริงในฉากทดสอบ)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5"/>
          <p:cNvSpPr/>
          <p:nvPr/>
        </p:nvSpPr>
        <p:spPr>
          <a:xfrm>
            <a:off x="5852160" y="1920240"/>
            <a:ext cx="5760720" cy="2194560"/>
          </a:xfrm>
          <a:prstGeom prst="roundRect">
            <a:avLst>
              <a:gd fmla="val 3333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5"/>
          <p:cNvSpPr txBox="1"/>
          <p:nvPr/>
        </p:nvSpPr>
        <p:spPr>
          <a:xfrm>
            <a:off x="6172200" y="21031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แปลว่าอะไร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5"/>
          <p:cNvSpPr txBox="1"/>
          <p:nvPr/>
        </p:nvSpPr>
        <p:spPr>
          <a:xfrm>
            <a:off x="6172200" y="251460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รอบ 15 นาที ถ้า Task ละ 4.5 วินาที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ต้องมี Task มากกว่า 600 อัน ซึ่งเป็นไปไม่ได้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ตัวเลขความยากที่ตั้งไว้ก่อนหน้านี้จึงผิดทั้งหมด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5"/>
          <p:cNvSpPr/>
          <p:nvPr/>
        </p:nvSpPr>
        <p:spPr>
          <a:xfrm>
            <a:off x="548640" y="4343400"/>
            <a:ext cx="11064240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5"/>
          <p:cNvSpPr txBox="1"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สิ่งที่จะทำต่อ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Char char="•"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กลับไปใช้นิยามเดิมใน GDD คือ 1 Task = ทำยอดรวมให้ครบ ไม่ใช่ลูกค้า 1 คน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Char char="•"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สร้างฉากโรงหนังจริง แล้ววัดซ้ำ เพราะเวลาเดินในแผนที่จริงคือส่วนที่หายไปจากตัวเลขนี้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6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สรุปงานทั้งหมดตั้งแต่เริ่มจนถึงตอนนี้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6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1 – 5  ·  12 สิงหาคม – 27 กันยายน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6"/>
          <p:cNvSpPr/>
          <p:nvPr/>
        </p:nvSpPr>
        <p:spPr>
          <a:xfrm>
            <a:off x="457200" y="16916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6"/>
          <p:cNvSpPr/>
          <p:nvPr/>
        </p:nvSpPr>
        <p:spPr>
          <a:xfrm>
            <a:off x="685800" y="17327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6"/>
          <p:cNvSpPr txBox="1"/>
          <p:nvPr/>
        </p:nvSpPr>
        <p:spPr>
          <a:xfrm>
            <a:off x="685800" y="17327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 txBox="1"/>
          <p:nvPr/>
        </p:nvSpPr>
        <p:spPr>
          <a:xfrm>
            <a:off x="1188720" y="16916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ระบบเซฟที่เข้ารหัส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 txBox="1"/>
          <p:nvPr/>
        </p:nvSpPr>
        <p:spPr>
          <a:xfrm>
            <a:off x="4343400" y="16916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AES-256 โหลดก่อนซีนแรก เป็นแหล่งข้อมูลเดียวของเกม พร้อมหน้าจอแก้เซฟสำหรับเทส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457200" y="21488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6"/>
          <p:cNvSpPr/>
          <p:nvPr/>
        </p:nvSpPr>
        <p:spPr>
          <a:xfrm>
            <a:off x="685800" y="21899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6"/>
          <p:cNvSpPr txBox="1"/>
          <p:nvPr/>
        </p:nvSpPr>
        <p:spPr>
          <a:xfrm>
            <a:off x="685800" y="21899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 txBox="1"/>
          <p:nvPr/>
        </p:nvSpPr>
        <p:spPr>
          <a:xfrm>
            <a:off x="1188720" y="21488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ห้องและการจับคู่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 txBox="1"/>
          <p:nvPr/>
        </p:nvSpPr>
        <p:spPr>
          <a:xfrm>
            <a:off x="4343400" y="21488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สร้างห้อง หาห้อง ล็อกด้วยรหัส รองรับ 2 – 6 คน ผ่าน Epic Online Services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457200" y="26060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6"/>
          <p:cNvSpPr/>
          <p:nvPr/>
        </p:nvSpPr>
        <p:spPr>
          <a:xfrm>
            <a:off x="685800" y="26471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6"/>
          <p:cNvSpPr txBox="1"/>
          <p:nvPr/>
        </p:nvSpPr>
        <p:spPr>
          <a:xfrm>
            <a:off x="685800" y="26471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6"/>
          <p:cNvSpPr txBox="1"/>
          <p:nvPr/>
        </p:nvSpPr>
        <p:spPr>
          <a:xfrm>
            <a:off x="118872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รื้อระบบของเพื่อนให้ออนไลน์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6"/>
          <p:cNvSpPr txBox="1"/>
          <p:nvPr/>
        </p:nvSpPr>
        <p:spPr>
          <a:xfrm>
            <a:off x="4343400" y="26060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การโต้ตอบ ชีวิต การเคลื่อนที่ กล้อง UI เลือด และคนที่เข้าห้องทีหลัง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457200" y="30632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6"/>
          <p:cNvSpPr/>
          <p:nvPr/>
        </p:nvSpPr>
        <p:spPr>
          <a:xfrm>
            <a:off x="685800" y="31043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6"/>
          <p:cNvSpPr txBox="1"/>
          <p:nvPr/>
        </p:nvSpPr>
        <p:spPr>
          <a:xfrm>
            <a:off x="685800" y="31043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 txBox="1"/>
          <p:nvPr/>
        </p:nvSpPr>
        <p:spPr>
          <a:xfrm>
            <a:off x="1188720" y="30632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เครื่องมือทดสอบแบบไม่ต้องเปิดห้อง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6"/>
          <p:cNvSpPr txBox="1"/>
          <p:nvPr/>
        </p:nvSpPr>
        <p:spPr>
          <a:xfrm>
            <a:off x="4343400" y="30632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ทีมกด Play แล้วเทสได้เลย โค้ดชุดเดียวใช้ได้ทั้งสองโหมด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457200" y="35204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6"/>
          <p:cNvSpPr/>
          <p:nvPr/>
        </p:nvSpPr>
        <p:spPr>
          <a:xfrm>
            <a:off x="685800" y="35615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6"/>
          <p:cNvSpPr txBox="1"/>
          <p:nvPr/>
        </p:nvSpPr>
        <p:spPr>
          <a:xfrm>
            <a:off x="685800" y="35615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6"/>
          <p:cNvSpPr txBox="1"/>
          <p:nvPr/>
        </p:nvSpPr>
        <p:spPr>
          <a:xfrm>
            <a:off x="1188720" y="35204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 Match และกติกาจบเกม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6"/>
          <p:cNvSpPr txBox="1"/>
          <p:nvPr/>
        </p:nvSpPr>
        <p:spPr>
          <a:xfrm>
            <a:off x="4343400" y="35204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เฟสของรอบ นาฬิกา 00:00 – 06:00 ทางออก 3 จุด และการจบเกม 3 ทาง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6"/>
          <p:cNvSpPr/>
          <p:nvPr/>
        </p:nvSpPr>
        <p:spPr>
          <a:xfrm>
            <a:off x="457200" y="39776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6"/>
          <p:cNvSpPr/>
          <p:nvPr/>
        </p:nvSpPr>
        <p:spPr>
          <a:xfrm>
            <a:off x="685800" y="40187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6"/>
          <p:cNvSpPr txBox="1"/>
          <p:nvPr/>
        </p:nvSpPr>
        <p:spPr>
          <a:xfrm>
            <a:off x="685800" y="40187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6"/>
          <p:cNvSpPr txBox="1"/>
          <p:nvPr/>
        </p:nvSpPr>
        <p:spPr>
          <a:xfrm>
            <a:off x="1188720" y="39776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ระบบความยาก 4 ระดับ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6"/>
          <p:cNvSpPr txBox="1"/>
          <p:nvPr/>
        </p:nvSpPr>
        <p:spPr>
          <a:xfrm>
            <a:off x="4343400" y="39776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Easy / Normal / Hard / 13 Rules ปรับได้จาก Inspector ไม่ต้องแก้โค้ด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6"/>
          <p:cNvSpPr/>
          <p:nvPr/>
        </p:nvSpPr>
        <p:spPr>
          <a:xfrm>
            <a:off x="457200" y="44348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6"/>
          <p:cNvSpPr/>
          <p:nvPr/>
        </p:nvSpPr>
        <p:spPr>
          <a:xfrm>
            <a:off x="685800" y="44759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6"/>
          <p:cNvSpPr txBox="1"/>
          <p:nvPr/>
        </p:nvSpPr>
        <p:spPr>
          <a:xfrm>
            <a:off x="685800" y="44759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6"/>
          <p:cNvSpPr txBox="1"/>
          <p:nvPr/>
        </p:nvSpPr>
        <p:spPr>
          <a:xfrm>
            <a:off x="1188720" y="44348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ผีและมินิเกมแบบหลายคน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6"/>
          <p:cNvSpPr txBox="1"/>
          <p:nvPr/>
        </p:nvSpPr>
        <p:spPr>
          <a:xfrm>
            <a:off x="4343400" y="44348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ระบบผีของนนพัทธ์ และมินิเกมของอติโรจน์ เล่นพร้อมกัน 6 คนได้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6"/>
          <p:cNvSpPr/>
          <p:nvPr/>
        </p:nvSpPr>
        <p:spPr>
          <a:xfrm>
            <a:off x="457200" y="48920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6"/>
          <p:cNvSpPr/>
          <p:nvPr/>
        </p:nvSpPr>
        <p:spPr>
          <a:xfrm>
            <a:off x="685800" y="49331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6"/>
          <p:cNvSpPr txBox="1"/>
          <p:nvPr/>
        </p:nvSpPr>
        <p:spPr>
          <a:xfrm>
            <a:off x="685800" y="49331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6"/>
          <p:cNvSpPr txBox="1"/>
          <p:nvPr/>
        </p:nvSpPr>
        <p:spPr>
          <a:xfrm>
            <a:off x="1188720" y="4892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เครื่องมือของตัวเอง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6"/>
          <p:cNvSpPr txBox="1"/>
          <p:nvPr/>
        </p:nvSpPr>
        <p:spPr>
          <a:xfrm>
            <a:off x="4343400" y="48920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PlayerRegistry และ TaskTimer สำหรับแก้บั๊กและบาลานซ์เกม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37;p16"/>
          <p:cNvSpPr/>
          <p:nvPr/>
        </p:nvSpPr>
        <p:spPr>
          <a:xfrm>
            <a:off x="457200" y="53492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38;p16"/>
          <p:cNvSpPr/>
          <p:nvPr/>
        </p:nvSpPr>
        <p:spPr>
          <a:xfrm>
            <a:off x="685800" y="53903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39;p16"/>
          <p:cNvSpPr txBox="1"/>
          <p:nvPr/>
        </p:nvSpPr>
        <p:spPr>
          <a:xfrm>
            <a:off x="685800" y="53903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9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0;p16"/>
          <p:cNvSpPr txBox="1"/>
          <p:nvPr/>
        </p:nvSpPr>
        <p:spPr>
          <a:xfrm>
            <a:off x="1188720" y="53492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เมนูหลัก ห้องรอ และการตั้งค่า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1;p16"/>
          <p:cNvSpPr txBox="1"/>
          <p:nvPr/>
        </p:nvSpPr>
        <p:spPr>
          <a:xfrm>
            <a:off x="4343400" y="53492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สร้างห้อง / หาห้อง / เข้าห้องด่วน, Ready – Start, เมนู Esc, ความสว่าง และเสียงแยก 4 หมวด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37;p16"/>
          <p:cNvSpPr/>
          <p:nvPr/>
        </p:nvSpPr>
        <p:spPr>
          <a:xfrm>
            <a:off x="457200" y="5806440"/>
            <a:ext cx="11155680" cy="411480"/>
          </a:xfrm>
          <a:prstGeom prst="roundRect">
            <a:avLst>
              <a:gd fmla="val 14815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38;p16"/>
          <p:cNvSpPr/>
          <p:nvPr/>
        </p:nvSpPr>
        <p:spPr>
          <a:xfrm>
            <a:off x="685800" y="5847588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39;p16"/>
          <p:cNvSpPr txBox="1"/>
          <p:nvPr/>
        </p:nvSpPr>
        <p:spPr>
          <a:xfrm>
            <a:off x="685800" y="58475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40;p16"/>
          <p:cNvSpPr txBox="1"/>
          <p:nvPr/>
        </p:nvSpPr>
        <p:spPr>
          <a:xfrm>
            <a:off x="1188720" y="58064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เสียงพูด 3D และวิทยุสื่อสาร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41;p16"/>
          <p:cNvSpPr txBox="1"/>
          <p:nvPr/>
        </p:nvSpPr>
        <p:spPr>
          <a:xfrm>
            <a:off x="4343400" y="5806440"/>
            <a:ext cx="7086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50"/>
              <a:buFont typeface="Tahoma"/>
              <a:buNone/>
            </a:pPr>
            <a:r>
              <a:rPr b="0" i="0" lang="en-US" sz="10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ส่งเสียงผ่าน Mirror ได้ยินตามระยะ 25 เมตร วิทยุคุยได้ไม่จำกัดระยะ และ Hotbar 4 ช่อง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6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50"/>
              <a:buFont typeface="Tahoma"/>
              <a:buNone/>
            </a:pPr>
            <a:r>
              <a:rPr b="1" i="0" lang="en-US" sz="125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รวม 29 commit · เขียนเอง 9,000+ บรรทัด · รื้อให้ออนไลน์อีก 1,460+ บรรทัด · บั๊กใหญ่ที่หาต้นตอเจอ 12 ตัว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8. เมนูหลัก ห้องรอ และการตั้งค่า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8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5  ·  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8"/>
          <p:cNvSpPr/>
          <p:nvPr/>
        </p:nvSpPr>
        <p:spPr>
          <a:xfrm>
            <a:off x="548640" y="1828800"/>
            <a:ext cx="11064240" cy="1920240"/>
          </a:xfrm>
          <a:prstGeom prst="roundRect">
            <a:avLst>
              <a:gd fmla="val 3810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"/>
          <p:cNvSpPr txBox="1"/>
          <p:nvPr/>
        </p:nvSpPr>
        <p:spPr>
          <a:xfrm>
            <a:off x="868680" y="201168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ตั้งแต่เปิดเกมจนเข้าห้องได้เอง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 txBox="1"/>
          <p:nvPr/>
        </p:nvSpPr>
        <p:spPr>
          <a:xfrm>
            <a:off x="868680" y="2468880"/>
            <a:ext cx="104241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เมนูหลัก: สร้างห้อง (แผนที่ ความยาก 1 – 6 คน รหัสผ่าน) / ค้นหาห้อง / เข้าห้องด่วน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ห้องรอ: ผู้เล่นกด Ready แล้ว Host กด Start — ออกจากห้องแล้วปิดห้อง EOS ด้วย ไม่มีห้องค้างในรายการ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เมนู Esc และการตั้งค่า: ความสว่าง เสียงแยก 4 หมวด เปลี่ยนปุ่มได้ และต้องกด Apply ถึงจะบันทึก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548640" y="3977640"/>
            <a:ext cx="11064240" cy="1783080"/>
          </a:xfrm>
          <a:prstGeom prst="roundRect">
            <a:avLst>
              <a:gd fmla="val 4103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"/>
          <p:cNvSpPr txBox="1"/>
          <p:nvPr/>
        </p:nvSpPr>
        <p:spPr>
          <a:xfrm>
            <a:off x="868680" y="416052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700"/>
              <a:buFont typeface="Tahoma"/>
              <a:buNone/>
            </a:pPr>
            <a:r>
              <a:rPr b="1" i="0" lang="en-US" sz="17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จุดที่ตัดสินใจ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 txBox="1"/>
          <p:nvPr/>
        </p:nvSpPr>
        <p:spPr>
          <a:xfrm>
            <a:off x="868680" y="4572000"/>
            <a:ext cx="104241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เกมออนไลน์หยุดเวลาไม่ได้ — เมนู Esc จึงแค่ล็อกการควบคุมของเราและปิดไมค์ ไม่หยุดเกมของเพื่อน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50"/>
              <a:buFont typeface="Tahoma"/>
              <a:buNone/>
            </a:pPr>
            <a:r>
              <a:rPr b="0" i="0" lang="en-US" sz="125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รหัสผ่านห้องให้ Host ตรวจหลังเชื่อมต่อ ไม่เก็บไว้บน EOS และบอกเหตุผลชัดเจน: รหัสผิด / ห้องเต็ม / เกมเริ่มไปแล้ว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3,432 บรรทัด · 17 ไฟล์ · สร้างเมนูทั้งหมดได้ในคลิกเดียวจาก Editor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10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3200"/>
              <a:buFont typeface="Tahoma"/>
              <a:buNone/>
            </a:pPr>
            <a:r>
              <a:rPr b="1" i="0" lang="en-US" sz="3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9. เสียงพูด 3D และวิทยุสื่อสาร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สัปดาห์ที่ 5  ·  ผมเขียนเองทั้งหมด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548640" y="1828800"/>
            <a:ext cx="5486400" cy="2011680"/>
          </a:xfrm>
          <a:prstGeom prst="roundRect">
            <a:avLst>
              <a:gd fmla="val 3636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"/>
          <p:cNvSpPr txBox="1"/>
          <p:nvPr/>
        </p:nvSpPr>
        <p:spPr>
          <a:xfrm>
            <a:off x="868680" y="20116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ปัญหา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 txBox="1"/>
          <p:nvPr/>
        </p:nvSpPr>
        <p:spPr>
          <a:xfrm>
            <a:off x="868680" y="2423160"/>
            <a:ext cx="48463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ต่อระบบเสียงของ Epic แล้วทุกคนเข้าห้องเสียงได้ แต่ไม่มีใครได้ยินใคร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EOS SDK เวอร์ชันที่ใช้ไม่ส่งเสียงให้ตัวเกม จึงทำเสียง 3D และวิทยุไม่ได้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6309360" y="1828800"/>
            <a:ext cx="5303520" cy="2011680"/>
          </a:xfrm>
          <a:prstGeom prst="roundRect">
            <a:avLst>
              <a:gd fmla="val 3636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"/>
          <p:cNvSpPr txBox="1"/>
          <p:nvPr/>
        </p:nvSpPr>
        <p:spPr>
          <a:xfrm>
            <a:off x="6629400" y="201168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ทางแก้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6629400" y="2423160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ส่งเสียงผ่าน Mirror เอง บีบอัดและส่งเฉพาะตอนพูด (~65 kbit/s)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Host ตัดสินว่าใครได้ยิน — อยู่ใกล้ไม่เกิน 25 เมตร หรือพกวิทยุที่เปิดอยู่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48640" y="4069080"/>
            <a:ext cx="11064240" cy="2103120"/>
          </a:xfrm>
          <a:prstGeom prst="roundRect">
            <a:avLst>
              <a:gd fmla="val 4211" name="adj"/>
            </a:avLst>
          </a:prstGeom>
          <a:solidFill>
            <a:srgbClr val="241C1A"/>
          </a:solidFill>
          <a:ln cap="flat" cmpd="sng" w="12700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868680" y="425196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600"/>
              <a:buFont typeface="Tahoma"/>
              <a:buNone/>
            </a:pPr>
            <a:r>
              <a:rPr b="1" i="0" lang="en-US" sz="16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สิ่งที่ผู้เล่นได้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 txBox="1"/>
          <p:nvPr/>
        </p:nvSpPr>
        <p:spPr>
          <a:xfrm>
            <a:off x="868680" y="4663440"/>
            <a:ext cx="1042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ไมค์เปิดตลอด (ปิดเฉพาะตอนเปิดเมนู Esc) เสียงออกจากปากตัวละคร เบาลงตามระยะ และแยกซ้าย-ขวาได้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วิทยุสื่อสาร: ถือในมือ เปิดเครื่อง แล้วกดเมาส์ซ้ายค้าง ทุกคนที่พกวิทยุที่เปิดอยู่ได้ยิน ไม่จำกัดระยะ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Hotbar 4 ช่อง (ในมือ 1 + กระเป๋า 3) ข้อมูลคุมโดย Server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4EFED"/>
              </a:buClr>
              <a:buSzPts val="1250"/>
              <a:buFont typeface="Tahoma"/>
              <a:buChar char="•"/>
            </a:pPr>
            <a:r>
              <a:rPr b="0" i="0" lang="en-US" sz="125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ทดสอบจริง 3 เครื่องพร้อมกัน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29;p8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900"/>
              <a:buFont typeface="Tahoma"/>
              <a:buNone/>
            </a:pPr>
            <a:r>
              <a:rPr b="0" i="0" lang="en-US" sz="9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2,725 บรรทัด · 16 ไฟล์ · Mirror + Unity Microphone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