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Tahom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Tahoma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สไลด์ชุดนี้รวมงานทุกสัปดาห์ไว้ที่เดียว พูดเฉพาะงานที่ผมเขียนเอง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ใช้สไลด์นี้เปิด ถ้าเวลาน้อยให้พูดแค่ห้าข้อนี้พอ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สไลด์นี้สำคัญ ห้ามให้อาจารย์เข้าใจผิดว่าเคลมงานเพื่อน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ชี้ให้เห็นว่าไม่ได้ทำสะเปะสะปะ แต่ละสัปดาห์มีของที่ต้องเสร็จก่อนถึงจะทำอันถัดไปได้</a:t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ถ้าโดนถามเรื่องความปลอดภัย ให้ตอบตรง ๆ ว่ากันคนแก้เซฟธรรมดา ไม่ได้กันแฮกเกอร์จริงจัง</a:t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ประเด็นรหัสห้องเป็นจุดที่อาจารย์น่าจะชอบ เพราะเป็นการคิดเรื่องความปลอดภัยเอง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ย้ำว่าออกแบบมาเพื่อไม่ให้เพื่อนต้องมาเรียน Mirror ใหม่ทั้งคน</a:t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อันนี้เป็นงานที่คนไม่เห็น แต่ทำให้ทั้งทีมทำงานเร็วขึ้น</a:t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เวอร์ชันแรกผมทำประตูเปิดทันทีที่ทำ Task ครบ ซึ่งผิด แล้วแก้ตามที่ทีมออกแบบไว้จริง</a:t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เน้นว่าเป็นเรื่องการแบ่งงาน คนออกแบบเกมปรับตัวเลขได้เองโดยไม่ต้องรอโปรแกรมเมอร์</a:t>
            </a:r>
            <a:endParaRPr/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พูดให้ชัดว่าโครงเป็นของเพื่อน ส่วนของผมคือส่วนมัลติเพลเยอร์</a:t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อาจารย์ชอบสไลด์แบบนี้ เพราะแสดงวิธีคิดไม่ใช่แค่ผลลัพธ์</a:t>
            </a:r>
            <a:endParaRPr/>
          </a:p>
        </p:txBody>
      </p:sp>
      <p:sp>
        <p:nvSpPr>
          <p:cNvPr id="249" name="Google Shape;2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จุดขายคือ เราวัดก่อนแล้วค่อยตั้งตัวเลข ไม่ใช่เดาเอา</a:t>
            </a:r>
            <a:endParaRPr/>
          </a:p>
        </p:txBody>
      </p:sp>
      <p:sp>
        <p:nvSpPr>
          <p:cNvPr id="282" name="Google Shape;2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สไลด์ปิด ไล่ทีละข้อสั้น ๆ แล้วจบที่บรรทัดตัวเลขข้างล่าง</a:t>
            </a:r>
            <a:endParaRPr/>
          </a:p>
        </p:txBody>
      </p:sp>
      <p:sp>
        <p:nvSpPr>
          <p:cNvPr id="298" name="Google Shape;29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6000"/>
              <a:buFont typeface="Tahoma"/>
              <a:buNone/>
            </a:pPr>
            <a:r>
              <a:rPr b="1" lang="en-US" sz="6000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Portfolio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13RoH — ตั้งแต่เริ่มโปรเจกต์จนถึงตอนนี้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500"/>
              <a:buFont typeface="Tahoma"/>
              <a:buNone/>
            </a:pPr>
            <a:r>
              <a:rPr b="0" i="0" lang="en-US" sz="15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4  ·  12 สิงหาคม – 19 กันยายน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นาย ก้องกิดากร ช่วยแจ้ง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Head Programmer  ·  Unity 6.5 + Mirror + Epic Online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ภาพรวมทั้งโปรเจกต์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รวมทุกสัปดาห์ตั้งแต่เริ่มจนถึงวันนี้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4008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19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64008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42900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352044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2,800+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352044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บรรทัดที่เขียนเอง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30936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640080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1,460+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640080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บรรทัดที่รื้อให้เล่นออนไลน์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189720" y="1828800"/>
            <a:ext cx="2423160" cy="1600200"/>
          </a:xfrm>
          <a:prstGeom prst="roundRect">
            <a:avLst>
              <a:gd fmla="val 457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9281160" y="196596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400"/>
              <a:buFont typeface="Tahoma"/>
              <a:buNone/>
            </a:pPr>
            <a:r>
              <a:rPr b="1" i="0" lang="en-US" sz="3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9281160" y="2743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ระบบหลักที่สร้างเสร็จ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1097280" y="379476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50"/>
              <a:buFont typeface="Tahoma"/>
              <a:buNone/>
            </a:pPr>
            <a:r>
              <a:rPr b="0" i="0" lang="en-US" sz="13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ระบบเซฟที่เข้ารหัส — กันคนแก้ไฟล์เซฟ และเป็นแหล่งข้อมูลเดียวของเกม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097280" y="429768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50"/>
              <a:buFont typeface="Tahoma"/>
              <a:buNone/>
            </a:pPr>
            <a:r>
              <a:rPr b="0" i="0" lang="en-US" sz="13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ระบบสร้างห้องและหาห้อง — รองรับ 2 – 6 คน ผ่าน Epic Online Services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480060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548640" y="48006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097280" y="480060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50"/>
              <a:buFont typeface="Tahoma"/>
              <a:buNone/>
            </a:pPr>
            <a:r>
              <a:rPr b="0" i="0" lang="en-US" sz="13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รื้อระบบของเพื่อนให้เล่นออนไลน์ได้ — ตัวละคร ชีวิต การโต้ตอบ ผี มินิเกม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1097280" y="530352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50"/>
              <a:buFont typeface="Tahoma"/>
              <a:buNone/>
            </a:pPr>
            <a:r>
              <a:rPr b="0" i="0" lang="en-US" sz="13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เครื่องมือให้ทีมทดสอบได้โดยไม่ต้องเปิดเซิร์ฟเวอร์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580644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548640" y="5806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1097280" y="5806440"/>
            <a:ext cx="10424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50"/>
              <a:buFont typeface="Tahoma"/>
              <a:buNone/>
            </a:pPr>
            <a:r>
              <a:rPr b="0" i="0" lang="en-US" sz="13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 — เฟส นาฬิกา ทางออก ความยาก และกติกาจบเกม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อะไรเป็นงานผม อะไรไม่ใช่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แยกให้ชัดตั้งแต่ต้น เพราะโปรเจกต์นี้ทำกัน 5 คน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1783080"/>
            <a:ext cx="3657600" cy="4206240"/>
          </a:xfrm>
          <a:prstGeom prst="roundRect">
            <a:avLst>
              <a:gd fmla="val 2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731520" y="19659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731520" y="2468880"/>
            <a:ext cx="31089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ระบบเซฟที่เข้ารหัส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สร้างห้อง / หาห้อง / จับคู่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สลับโหมดออฟไลน์–ออนไลน์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 และเฟสของรอบ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ระบบความยาก 4 ระดับ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ทางออกและกติกาจบเกม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PlayerRegistry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ระบบเสียงพูดในเกม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251960" y="1783080"/>
            <a:ext cx="3657600" cy="4206240"/>
          </a:xfrm>
          <a:prstGeom prst="roundRect">
            <a:avLst>
              <a:gd fmla="val 2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4526280" y="19659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งานเพื่อน ผมรื้อให้ออนไลน์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4526280" y="2468880"/>
            <a:ext cx="31089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การโต้ตอบกับวัตถุ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ชีวิตและความเสียหาย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การเคลื่อนที่ของตัวละคร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กล้องมุมมองบุคคลที่หนึ่ง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UI หลอดเลือด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ระบบผีพื้นฐาน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มินิเกมป๊อปคอร์น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046720" y="1783080"/>
            <a:ext cx="3566160" cy="4206240"/>
          </a:xfrm>
          <a:prstGeom prst="roundRect">
            <a:avLst>
              <a:gd fmla="val 205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8321040" y="19659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งานของเพื่อน ผมไม่ได้แตะ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8321040" y="2468880"/>
            <a:ext cx="30175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อติโรจน์ — ออกแบบและเขียนมินิเกมป๊อปคอร์น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อติโรจน์ — ระบบล้ม/ช่วยเพื่อน และการวางของในฉาก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00"/>
              <a:buFont typeface="Tahoma"/>
              <a:buChar char="•"/>
            </a:pPr>
            <a:r>
              <a:rPr b="0" i="0" lang="en-US" sz="11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นนพัทธ์ — ระบบผีต้นฉบับ (Enemy, TimedGhost, GhostManager, ไฟ)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มินิเกมป๊อปคอร์นเป็นของอติโรจน์  ·  ระบบผีเป็นของนนพัทธ์  ·  ส่วนของผมคือทำให้ทั้งสองระบบเล่นหลายคนได้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ลำดับงานสี่สัปดาห์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แต่ละสัปดาห์ต่อยอดจากสัปดาห์ก่อน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1920240"/>
            <a:ext cx="11155680" cy="914400"/>
          </a:xfrm>
          <a:prstGeom prst="roundRect">
            <a:avLst>
              <a:gd fmla="val 8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731520" y="218541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731520" y="21854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325880" y="202996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1325880" y="2377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12 – 22 ส.ค.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3474720" y="205740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วางโครงโปรเจกต์ ระบบเซฟที่เข้ารหัส และเมนูหลัก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57200" y="2971800"/>
            <a:ext cx="11155680" cy="914400"/>
          </a:xfrm>
          <a:prstGeom prst="roundRect">
            <a:avLst>
              <a:gd fmla="val 8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731520" y="323697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731520" y="32369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1325880" y="30815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1325880" y="342900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23 ส.ค. – 5 ก.ย.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3474720" y="310896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ต่อ Epic Online Services สร้างห้อง หาห้อง และล็อกห้องด้วยรหัส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4023360"/>
            <a:ext cx="11155680" cy="914400"/>
          </a:xfrm>
          <a:prstGeom prst="roundRect">
            <a:avLst>
              <a:gd fmla="val 8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31520" y="428853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731520" y="42885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1325880" y="413308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1325880" y="448056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6 – 12 ก.ย.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3474720" y="41605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รื้อระบบของเพื่อนให้เล่นออนไลน์ได้ และทำเครื่องมือทดสอบแบบไม่ต้องเปิดห้อง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5074920"/>
            <a:ext cx="11155680" cy="914400"/>
          </a:xfrm>
          <a:prstGeom prst="roundRect">
            <a:avLst>
              <a:gd fmla="val 8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31520" y="534009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731520" y="53400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1325880" y="518464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325880" y="55321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 – 19 ก.ย.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3474720" y="521208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 Match ความยาก 4 ระดับ กติกาจบเกม และแปลงผี+มินิเกมเป็นหลายคน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1. ระบบเซฟที่เข้ารหัส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2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700"/>
              <a:buFont typeface="Tahoma"/>
              <a:buNone/>
            </a:pPr>
            <a:r>
              <a:rPr b="1" i="0" lang="en-US" sz="17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สิ่งที่ระบบนี้ทำ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868680" y="2468880"/>
            <a:ext cx="484632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เก็บข้อมูลเป็น JSON แล้วเข้ารหัสด้วย AES-256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โหลดเซฟให้เสร็จก่อนซีนแรกจะเริ่ม ไม่ต้องรอ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เป็นแหล่งข้อมูลเดียวของเกม ทุกระบบอ่านที่เดียวกัน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ของถาวรซื้อซ้ำไม่ได้ ระบบบังคับให้มีได้แค่ชิ้นเดียว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ทำหน้าจอ Inspector เองให้ทีมกดดู/แก้เซฟได้ตอนเทส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309360" y="1828800"/>
            <a:ext cx="5303520" cy="3931920"/>
          </a:xfrm>
          <a:prstGeom prst="roundRect">
            <a:avLst>
              <a:gd fmla="val 186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700"/>
              <a:buFont typeface="Tahoma"/>
              <a:buNone/>
            </a:pPr>
            <a:r>
              <a:rPr b="1" i="0" lang="en-US" sz="17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เรื่องที่คิดเยอะที่สุด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6629400" y="2468880"/>
            <a:ext cx="4663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กุญแจเข้ารหัสถ้าเขียนเป็นข้อความตรง ๆ ในโค้ด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เปิดไฟล์เกมก็เจอทันที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ผมเลยแยกกุญแจเป็นชุดตัวเลข 4 ก้อน แล้วประกอบตอนรัน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ไม่ได้ปลอดภัยระดับธนาคาร แต่พอสำหรับเกมที่ไม่มีเซิร์ฟเวอร์เก็บข้อมูล และทำให้แก้เซฟไม่ได้ด้วยโปรแกรมแก้ข้อความธรรมดา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347 บรรทัด · 4 ไฟล์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2. ระบบสร้างห้องและหาห้อง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2 – 3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48640" y="1828800"/>
            <a:ext cx="11064240" cy="1920240"/>
          </a:xfrm>
          <a:prstGeom prst="roundRect">
            <a:avLst>
              <a:gd fmla="val 381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868680" y="201168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700"/>
              <a:buFont typeface="Tahoma"/>
              <a:buNone/>
            </a:pPr>
            <a:r>
              <a:rPr b="1" i="0" lang="en-US" sz="17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ห้องหนึ่งห้องคือข้อตกลงของข้อมูล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868680" y="246888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ห้องประกาศออกไปว่า เล่นแผนที่ไหน ความยากอะไร ล็อกรหัสหรือเปล่า และตอนนี้กี่คนจาก 2 – 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คนที่กดหาห้องเห็นข้อมูลครบก่อนกดเข้า ไม่ต้องเข้าไปแล้วค่อยรู้ว่าไม่ใช่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ข้อมูลห้องเป็นตัวกำหนดค่าเริ่มต้นของรอบเล่นจริง ไม่ได้ตั้งซ้ำอีกที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48640" y="3977640"/>
            <a:ext cx="11064240" cy="1783080"/>
          </a:xfrm>
          <a:prstGeom prst="roundRect">
            <a:avLst>
              <a:gd fmla="val 410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868680" y="416052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700"/>
              <a:buFont typeface="Tahoma"/>
              <a:buNone/>
            </a:pPr>
            <a:r>
              <a:rPr b="1" i="0" lang="en-US" sz="17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จุดที่ตัดสินใจเรื่องความปลอดภัย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868680" y="457200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รหัสห้องต้องไม่เป็นข้อมูลที่ห้องประกาศออกไป เพราะข้อมูลที่ประกาศ ใครก็อ่านได้จากรายการห้อง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50"/>
              <a:buFont typeface="Tahoma"/>
              <a:buNone/>
            </a:pPr>
            <a:r>
              <a:rPr b="0" i="0" lang="en-US" sz="12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ระบบจึงประกาศแค่ว่า “ห้องนี้ล็อกอยู่” แล้วไปตรวจรหัสจริงหลังจากเข้าห้องแล้วเท่านั้น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450 บรรทัด · 5 ไฟล์ · Mirror + Epic Online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3. รื้อระบบของเพื่อนให้เล่นออนไลน์ได้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3  ·  โครงเดิมเป็นของอติโรจน์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ระบบเดิมเขียนมาแบบผู้เล่นคนเดียว ทดสอบคนเดียวไม่มีปัญหา แต่พอมี 6 คนพร้อมกันจะพังทันที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57200" y="2194560"/>
            <a:ext cx="11155680" cy="822960"/>
          </a:xfrm>
          <a:prstGeom prst="roundRect">
            <a:avLst>
              <a:gd fmla="val 8889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 txBox="1"/>
          <p:nvPr/>
        </p:nvSpPr>
        <p:spPr>
          <a:xfrm>
            <a:off x="777240" y="22860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การโต้ตอบ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3017520" y="22860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ทุกคนกดเปิดประตูบานเดียวกัน แต่ละจอเห็นไม่ตรงกัน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7315200" y="22860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ให้เซิร์ฟเวอร์ตัดสินที่เดียว แล้วส่งผลไปทุกเครื่อง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3108960"/>
            <a:ext cx="11155680" cy="822960"/>
          </a:xfrm>
          <a:prstGeom prst="roundRect">
            <a:avLst>
              <a:gd fmla="val 8889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777240" y="32004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ชีวิตและความเสียหาย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3017520" y="32004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ไคลเอนต์ลดเลือดตัวเอง แก้ค่าได้ง่าย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7315200" y="32004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ย้ายการคิดเลือดไปที่เซิร์ฟเวอร์ ไคลเอนต์แค่แสดงผล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4023360"/>
            <a:ext cx="11155680" cy="822960"/>
          </a:xfrm>
          <a:prstGeom prst="roundRect">
            <a:avLst>
              <a:gd fmla="val 8889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777240" y="41148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การควบคุมตัวละคร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3017520" y="41148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กดปุ่มแล้วขยับทุกตัวในฉาก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315200" y="41148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ล็อกให้คุมได้เฉพาะตัวของตัวเอง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57200" y="4937760"/>
            <a:ext cx="11155680" cy="822960"/>
          </a:xfrm>
          <a:prstGeom prst="roundRect">
            <a:avLst>
              <a:gd fmla="val 8889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777240" y="502920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คนเข้าห้องทีหลัง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3017520" y="50292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เข้ามาแล้วเห็นสถานะเก่าผิดหมด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315200" y="50292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ส่งสถานะปัจจุบันให้ตอนเข้าเกม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ผมไม่ได้เขียนระบบพวกนี้ใหม่ — ผมรื้อส่วนที่ตัดสินใจ ให้เซิร์ฟเวอร์เป็นคนตัดสิน โดยไม่พังโครงเดิม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4. ให้ทีมทดสอบได้โดยไม่ต้องเปิดห้อง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3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48640" y="1828800"/>
            <a:ext cx="5486400" cy="2011680"/>
          </a:xfrm>
          <a:prstGeom prst="roundRect">
            <a:avLst>
              <a:gd fmla="val 3636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ปัญหา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868680" y="2423160"/>
            <a:ext cx="4846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พอเปลี่ยนเป็นออนไลน์ ทุกอย่างต้องมีเซิร์ฟเวอร์ถึงจะทำงาน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เพื่อนที่ทำฉากหรือมินิเกมต้องเปิดห้องทุกครั้งแค่จะกดเทสอย่างเดียว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309360" y="1828800"/>
            <a:ext cx="5303520" cy="2011680"/>
          </a:xfrm>
          <a:prstGeom prst="roundRect">
            <a:avLst>
              <a:gd fmla="val 3636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 txBox="1"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ทางแก้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6629400" y="2423160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ทำตัวตรวจว่าตอนนี้มีเซิร์ฟเวอร์ไหม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ถ้าไม่มี ให้ระบบเดินเองในโหมดคนเดียว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และมีตัวสร้างผู้เล่นสำรองให้ฉากทดสอบ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48640" y="4069080"/>
            <a:ext cx="11064240" cy="1737360"/>
          </a:xfrm>
          <a:prstGeom prst="roundRect">
            <a:avLst>
              <a:gd fmla="val 42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868680" y="425196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ทำไมถึงคุ้มที่จะเสียเวลาทำ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เพื่อนกด Play แล้วเทสได้เลย ไม่ต้องรู้เรื่อง Mirror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โค้ดชุดเดียวใช้ได้ทั้งออฟไลน์และออนไลน์ ไม่ต้องแยกสองเวอร์ชันให้หลุดกัน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ผมต้องลองถึงสามรอบกว่าจะเจอวิธีที่ไม่พังโหมดออนไลน์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5. ระบบ Match และกติกาจบเกม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4  ·  ผมเขียนเองทั้งหมด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48640" y="1783080"/>
            <a:ext cx="11064240" cy="1965960"/>
          </a:xfrm>
          <a:prstGeom prst="roundRect">
            <a:avLst>
              <a:gd fmla="val 372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868680" y="196596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700"/>
              <a:buFont typeface="Tahoma"/>
              <a:buNone/>
            </a:pPr>
            <a:r>
              <a:rPr b="1" i="0" lang="en-US" sz="17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MatchDirector — ตัวคุมหนึ่งรอบการเล่นทั้งหมด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868680" y="2423160"/>
            <a:ext cx="104241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อ่านความยากและจำนวนผู้เล่นตอนเริ่มรอบ แล้วตั้งค่าด่านให้เองทั้งหมด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คุมนาฬิกาในเกม 00:00 – 06:00 และเฟสของรอบ Night / Escape / Overtime / LockedIn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50"/>
              <a:buFont typeface="Tahoma"/>
              <a:buChar char="•"/>
            </a:pPr>
            <a:r>
              <a:rPr b="0" i="0" lang="en-US" sz="12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นับโซนที่ทำเสร็จ = เงื่อนไขรอดชีวิตของทีม  ส่วน Task ของแต่ละคน = เงินที่คนนั้นได้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548640" y="3977640"/>
            <a:ext cx="5394960" cy="1828800"/>
          </a:xfrm>
          <a:prstGeom prst="roundRect">
            <a:avLst>
              <a:gd fmla="val 4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กติกาทางออก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868680" y="457200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ประตูเปิดตอน 06:00 เท่านั้น และต้องทำโซนครบ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ถ้าไม่ครบ ไม่มีใครออกได้เลย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ทางออก 3 จุด จุดละ 2 คน = ทีมเต็มพอดี ต้องแยกกันออก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6217920" y="3977640"/>
            <a:ext cx="5394960" cy="1828800"/>
          </a:xfrm>
          <a:prstGeom prst="roundRect">
            <a:avLst>
              <a:gd fmla="val 4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6537960" y="41605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จบเกมได้ 3 ทาง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6537960" y="457200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ทำโซนครบ → ประตูเปิด มีเวลา 1 ชั่วโมงในเกมให้หนี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ไม่ครบ แต่ตายไปแล้ว 2 คน → Overtime ผีแรงขึ้นเรื่อย ๆ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ไม่ครบ และยังอยู่ครบ → ถูกขังในตึก ต้องหากุญแจผี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MatchDirector.cs (51 KB) · MatchState.cs · MatchPhase.cs · PlayerOutcome.cs · ExitPoint.cs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6. ระบบความยาก 4 ระดับ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4  ·  ออกแบบให้ Game Design ปรับเองได้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548640" y="1828800"/>
            <a:ext cx="2423160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685800" y="19659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Easy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685800" y="23957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lang="en-US" sz="1300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 นาที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685800" y="274320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ไม่มีกฎสถานที่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3429000" y="1828800"/>
            <a:ext cx="2423160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3566160" y="19659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Normal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3566160" y="23957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15 นาที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3566160" y="274320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มีกฎบางข้อ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6309360" y="1828800"/>
            <a:ext cx="2423160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46520" y="19659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Hard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6446520" y="23957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lang="en-US" sz="1300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15 </a:t>
            </a: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นาที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6446520" y="274320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กฎเยอะขึ้น ล้มง่ายขึ้น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9189720" y="1828800"/>
            <a:ext cx="2423160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9326880" y="19659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13 Rules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9326880" y="23957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300"/>
              <a:buFont typeface="Tahoma"/>
              <a:buNone/>
            </a:pPr>
            <a:r>
              <a:rPr lang="en-US" sz="1300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15 </a:t>
            </a:r>
            <a:r>
              <a:rPr b="0" i="0" lang="en-US" sz="13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นาที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9326880" y="274320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กฎครบ 13 ข้อ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ยากขึ้น = คืนยาวขึ้น ไม่ใช่สั้นลง เพราะกลางคืนคือช่วงที่อันตราย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548640" y="3931920"/>
            <a:ext cx="5486400" cy="1874520"/>
          </a:xfrm>
          <a:prstGeom prst="roundRect">
            <a:avLst>
              <a:gd fmla="val 3902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868680" y="41148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ค่าที่ปรับได้จาก Inspector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868680" y="4526280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จำนวนกฎสถานที่ (0 – 13 ข้อ)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งานเพิ่มต่อโซน และงานเพิ่มต่อผู้เล่น 1 คน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ความเร็วการลด Sanity และจำนวนผีที่สุ่มเพิ่ม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6309360" y="3931920"/>
            <a:ext cx="5303520" cy="1874520"/>
          </a:xfrm>
          <a:prstGeom prst="roundRect">
            <a:avLst>
              <a:gd fmla="val 3902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 txBox="1"/>
          <p:nvPr/>
        </p:nvSpPr>
        <p:spPr>
          <a:xfrm>
            <a:off x="6629400" y="41148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สิ่งที่ผมกันไว้ในโค้ด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6629400" y="452628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เตือนทันทีถ้าตั้งโหมด 13 Rules แต่กฎไม่ครบ 13 ข้อ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เตือนถ้างานที่สุ่มเพิ่มเกินกว่าที่แผนที่รับได้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Char char="•"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กฎของเกม เช่น กลางคืน 6 ชั่วโมง ทำเป็น const แก้ผิดไม่ได้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7. แปลงระบบผีและมินิเกมให้เล่นหลายคน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4  ·  ระบบผีของนนพัทธ์ มินิเกมของอติโรจน์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457200" y="2103120"/>
            <a:ext cx="11155680" cy="822960"/>
          </a:xfrm>
          <a:prstGeom prst="roundRect">
            <a:avLst>
              <a:gd fmla="val 8889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685800" y="232257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 txBox="1"/>
          <p:nvPr/>
        </p:nvSpPr>
        <p:spPr>
          <a:xfrm>
            <a:off x="685800" y="23225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1234440" y="21945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ผีไล่ผู้เล่นได้แค่คนเดียว อีก 5 คนผีไม่สนเลย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6400800" y="21945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เขียน PlayerRegistry ให้เลือกคนใกล้สุดที่มองเห็นจริง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457200" y="3017520"/>
            <a:ext cx="11155680" cy="822960"/>
          </a:xfrm>
          <a:prstGeom prst="roundRect">
            <a:avLst>
              <a:gd fmla="val 8889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685800" y="323697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 txBox="1"/>
          <p:nvPr/>
        </p:nvSpPr>
        <p:spPr>
          <a:xfrm>
            <a:off x="685800" y="32369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1234440" y="31089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AI ของผีรันทุกเครื่อง ผีอยู่คนละที่บนแต่ละจอ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6400800" y="31089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ย้าย AI ไปรันที่เซิร์ฟเวอร์ที่เดียว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57200" y="3931920"/>
            <a:ext cx="11155680" cy="822960"/>
          </a:xfrm>
          <a:prstGeom prst="roundRect">
            <a:avLst>
              <a:gd fmla="val 8889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685800" y="415137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 txBox="1"/>
          <p:nvPr/>
        </p:nvSpPr>
        <p:spPr>
          <a:xfrm>
            <a:off x="685800" y="41513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1234440" y="40233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Jumpscare ขึ้นทุกจอพร้อมกัน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6400800" y="40233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ส่งเฉพาะเครื่องของคนที่โดน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57200" y="4846320"/>
            <a:ext cx="11155680" cy="822960"/>
          </a:xfrm>
          <a:prstGeom prst="roundRect">
            <a:avLst>
              <a:gd fmla="val 8889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685800" y="506577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685800" y="50657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234440" y="49377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มินิเกมนับคะแนนของตัวเอง 6 เครื่องได้ 6 คะแนน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6400800" y="493776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150"/>
              <a:buFont typeface="Tahoma"/>
              <a:buNone/>
            </a:pPr>
            <a:r>
              <a:rPr b="0" i="0" lang="en-US" sz="115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เขียน PopcornNetSync ให้เซิร์ฟเวอร์ตัดสินที่เดียว ทุกคนเห็นออเดอร์เดียวกัน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900"/>
              <a:buFont typeface="Tahoma"/>
              <a:buNone/>
            </a:pPr>
            <a:r>
              <a:rPr b="0" i="0" lang="en-US" sz="9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ผมไม่ได้เขียนระบบผีหรือมินิเกม — ผมแปลงให้รองรับผู้เล่นหลายคน โดยไม่รื้อโครงเดิมของเจ้าของงาน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บั๊กที่เจอจากการอ่านโค้ด ไม่ใช่การเดา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รวมทุกสัปดาห์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57200" y="1755648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685800" y="188366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685800" y="18836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1234440" y="18288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ผีไล่ได้แค่คนเดียว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4480560" y="18288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โค้ดหาผู้เล่นด้วยการค้นหาแท็ก ซึ่งคืนค่าแค่ตัวแรกที่เจอเสมอ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57200" y="2505456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685800" y="2633472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685800" y="26334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1234440" y="257860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มินิเกมดับทั้งระบบ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4480560" y="2578608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Mirror ปิดวัตถุในฉากที่มี NetworkIdentity ตอนโหลด ถ้าไม่มีเซิร์ฟเวอร์ก็ไม่ถูกเปิดกลับ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457200" y="3255264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685800" y="3383280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685800" y="3383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1234440" y="3328416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ค่าที่ซิงก์ไม่อัปเดตบนเครื่องโฮสต์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 txBox="1"/>
          <p:nvPr/>
        </p:nvSpPr>
        <p:spPr>
          <a:xfrm>
            <a:off x="4480560" y="3328416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Mirror ไม่เรียก hook บนเครื่องที่เป็นคนแก้ค่าเอง ต้องสั่งเองเพิ่ม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457200" y="4005072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685800" y="4133088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685800" y="4133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1234440" y="407822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Editor ขึ้น error ทุกครั้งที่เพิ่มคอมโพเนนต์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4480560" y="4078224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ตั้งชื่อเมธอด static ว่า Reset ซึ่งชนกับชื่อที่ Unity จองไว้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457200" y="4754880"/>
            <a:ext cx="11155680" cy="676656"/>
          </a:xfrm>
          <a:prstGeom prst="roundRect">
            <a:avLst>
              <a:gd fmla="val 10811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685800" y="4882896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 txBox="1"/>
          <p:nvPr/>
        </p:nvSpPr>
        <p:spPr>
          <a:xfrm>
            <a:off x="685800" y="48828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1234440" y="482803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TaskTimer ไม่บันทึกอะไรเลย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4480560" y="4828032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จุดเก็บเวลาอยู่ในโค้ดฝั่งออนไลน์อย่างเดียว ฉากทดสอบจึงไม่เคยเรียกถึง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ทุกตัวหาเจอด้วยการไล่อ่านโค้ดและเอกสารจริง ไม่ได้ลองสุ่มแก้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วัดก่อน แล้วค่อยตั้งตัวเลข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TaskTimer — เครื่องมือที่ผมเขียนขึ้นเพื่อบาลานซ์เกม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548640" y="1920240"/>
            <a:ext cx="5029200" cy="2194560"/>
          </a:xfrm>
          <a:prstGeom prst="roundRect">
            <a:avLst>
              <a:gd fmla="val 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 txBox="1"/>
          <p:nvPr/>
        </p:nvSpPr>
        <p:spPr>
          <a:xfrm>
            <a:off x="640080" y="22402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3600"/>
              <a:buFont typeface="Tahoma"/>
              <a:buNone/>
            </a:pPr>
            <a:r>
              <a:rPr b="1" i="0" lang="en-US" sz="3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4.5 วินาที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640080" y="301752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เวลาเฉลี่ยต่อ 1 Task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100"/>
              <a:buFont typeface="Tahoma"/>
              <a:buNone/>
            </a:pPr>
            <a:r>
              <a:rPr b="0" i="0" lang="en-US" sz="11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(วัดจริงในฉากทดสอบ)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852160" y="1920240"/>
            <a:ext cx="5760720" cy="2194560"/>
          </a:xfrm>
          <a:prstGeom prst="roundRect">
            <a:avLst>
              <a:gd fmla="val 3333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/>
        </p:nvSpPr>
        <p:spPr>
          <a:xfrm>
            <a:off x="6172200" y="21031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500"/>
              <a:buFont typeface="Tahoma"/>
              <a:buNone/>
            </a:pPr>
            <a:r>
              <a:rPr b="1" i="0" lang="en-US" sz="15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แปลว่าอะไร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6172200" y="251460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รอบ 15 นาที ถ้า Task ละ 4.5 วินาที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ต้องมี Task มากกว่า 600 อัน ซึ่งเป็นไปไม่ได้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ตัวเลขความยากที่ตั้งไว้ก่อนหน้านี้จึงผิดทั้งหมด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fmla="val 5000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600"/>
              <a:buFont typeface="Tahoma"/>
              <a:buNone/>
            </a:pPr>
            <a:r>
              <a:rPr b="1" i="0" lang="en-US" sz="16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สิ่งที่จะทำต่อ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 txBox="1"/>
          <p:nvPr/>
        </p:nvSpPr>
        <p:spPr>
          <a:xfrm>
            <a:off x="868680" y="493776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กลับไปใช้นิยามเดิมใน GDD คือ 1 Task = ทำยอดรวมให้ครบ ไม่ใช่ลูกค้า 1 คน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Char char="•"/>
            </a:pPr>
            <a:r>
              <a:rPr b="0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สร้างฉากโรงหนังจริง แล้ววัดซ้ำ เพราะเวลาเดินในแผนที่จริงคือส่วนที่หายไปจากตัวเลขนี้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10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สรุปงานทั้งหมดตั้งแต่เริ่มจนถึงตอนนี้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548640" y="1170432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สัปดาห์ที่ 1 – 4  ·  12 สิงหาคม – 19 กันยายน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457200" y="1728216"/>
            <a:ext cx="11155680" cy="493776"/>
          </a:xfrm>
          <a:prstGeom prst="roundRect">
            <a:avLst>
              <a:gd fmla="val 14815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658368" y="179222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658368" y="17922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1188720" y="178308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ระบบเซฟที่เข้ารหัส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4343400" y="1783080"/>
            <a:ext cx="7086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AES-256 โหลดก่อนซีนแรก เป็นแหล่งข้อมูลเดียวของเกม พร้อมหน้าจอแก้เซฟสำหรับเทส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457200" y="2276856"/>
            <a:ext cx="11155680" cy="493776"/>
          </a:xfrm>
          <a:prstGeom prst="roundRect">
            <a:avLst>
              <a:gd fmla="val 14815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658368" y="234086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658368" y="23408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1188720" y="233172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ห้องและการจับคู่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4343400" y="2331720"/>
            <a:ext cx="7086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สร้างห้อง หาห้อง ล็อกด้วยรหัส รองรับ 2 – 6 คน ผ่าน Epic Online Services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457200" y="2825496"/>
            <a:ext cx="11155680" cy="493776"/>
          </a:xfrm>
          <a:prstGeom prst="roundRect">
            <a:avLst>
              <a:gd fmla="val 14815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658368" y="288950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658368" y="28895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 txBox="1"/>
          <p:nvPr/>
        </p:nvSpPr>
        <p:spPr>
          <a:xfrm>
            <a:off x="1188720" y="288036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รื้อระบบของเพื่อนให้ออนไลน์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4343400" y="2880360"/>
            <a:ext cx="7086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การโต้ตอบ ชีวิต การเคลื่อนที่ กล้อง UI เลือด และคนที่เข้าห้องทีหลัง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457200" y="3374136"/>
            <a:ext cx="11155680" cy="493776"/>
          </a:xfrm>
          <a:prstGeom prst="roundRect">
            <a:avLst>
              <a:gd fmla="val 14815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658368" y="343814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>
            <a:off x="658368" y="3438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1188720" y="342900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เครื่องมือทดสอบแบบไม่ต้องเปิดห้อง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4343400" y="3429000"/>
            <a:ext cx="7086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ทีมกด Play แล้วเทสได้เลย โค้ดชุดเดียวใช้ได้ทั้งสองโหมด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457200" y="3922776"/>
            <a:ext cx="11155680" cy="493776"/>
          </a:xfrm>
          <a:prstGeom prst="roundRect">
            <a:avLst>
              <a:gd fmla="val 14815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658368" y="398678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658368" y="39867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1188720" y="397764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 Match และกติกาจบเกม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4343400" y="3977640"/>
            <a:ext cx="7086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เฟสของรอบ นาฬิกา 00:00 – 06:00 ทางออก 3 จุด และการจบเกม 3 ทาง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457200" y="4471416"/>
            <a:ext cx="11155680" cy="493776"/>
          </a:xfrm>
          <a:prstGeom prst="roundRect">
            <a:avLst>
              <a:gd fmla="val 14815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658368" y="453542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658368" y="45354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 txBox="1"/>
          <p:nvPr/>
        </p:nvSpPr>
        <p:spPr>
          <a:xfrm>
            <a:off x="1188720" y="452628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ระบบความยาก 4 ระดับ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4343400" y="4526280"/>
            <a:ext cx="7086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Easy / Normal / Hard / 13 Rules ปรับได้จาก Inspector ไม่ต้องแก้โค้ด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457200" y="5020056"/>
            <a:ext cx="11155680" cy="493776"/>
          </a:xfrm>
          <a:prstGeom prst="roundRect">
            <a:avLst>
              <a:gd fmla="val 14815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658368" y="508406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658368" y="50840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188720" y="507492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ผีและมินิเกมแบบหลายคน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4343400" y="5074920"/>
            <a:ext cx="7086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ระบบผีของนนพัทธ์ และมินิเกมของอติโรจน์ เล่นพร้อมกัน 6 คนได้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457200" y="5568696"/>
            <a:ext cx="11155680" cy="493776"/>
          </a:xfrm>
          <a:prstGeom prst="roundRect">
            <a:avLst>
              <a:gd fmla="val 14815" name="adj"/>
            </a:avLst>
          </a:prstGeom>
          <a:solidFill>
            <a:srgbClr val="241C1A"/>
          </a:solidFill>
          <a:ln cap="flat" cmpd="sng" w="12700">
            <a:solidFill>
              <a:srgbClr val="3A2F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658368" y="5632704"/>
            <a:ext cx="384048" cy="384048"/>
          </a:xfrm>
          <a:prstGeom prst="ellipse">
            <a:avLst/>
          </a:prstGeom>
          <a:solidFill>
            <a:srgbClr val="D9A441"/>
          </a:solidFill>
          <a:ln cap="flat" cmpd="sng" w="12700">
            <a:solidFill>
              <a:srgbClr val="D9A4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658368" y="563270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10F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rgbClr val="15110F"/>
                </a:solidFill>
                <a:latin typeface="Tahoma"/>
                <a:ea typeface="Tahoma"/>
                <a:cs typeface="Tahoma"/>
                <a:sym typeface="Tahoma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1188720" y="5623560"/>
            <a:ext cx="3017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FED"/>
              </a:buClr>
              <a:buSzPts val="1200"/>
              <a:buFont typeface="Tahoma"/>
              <a:buNone/>
            </a:pPr>
            <a:r>
              <a:rPr b="1" i="0" lang="en-US" sz="1200" u="none" cap="none" strike="noStrike">
                <a:solidFill>
                  <a:srgbClr val="F4EFED"/>
                </a:solidFill>
                <a:latin typeface="Tahoma"/>
                <a:ea typeface="Tahoma"/>
                <a:cs typeface="Tahoma"/>
                <a:sym typeface="Tahoma"/>
              </a:rPr>
              <a:t>เครื่องมือของตัวเอง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4343400" y="5623560"/>
            <a:ext cx="7086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8F8B"/>
              </a:buClr>
              <a:buSzPts val="1050"/>
              <a:buFont typeface="Tahoma"/>
              <a:buNone/>
            </a:pPr>
            <a:r>
              <a:rPr b="0" i="0" lang="en-US" sz="1050" u="none" cap="none" strike="noStrike">
                <a:solidFill>
                  <a:srgbClr val="9A8F8B"/>
                </a:solidFill>
                <a:latin typeface="Tahoma"/>
                <a:ea typeface="Tahoma"/>
                <a:cs typeface="Tahoma"/>
                <a:sym typeface="Tahoma"/>
              </a:rPr>
              <a:t>PlayerRegistry และ TaskTimer สำหรับแก้บั๊กและบาลานซ์เกม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A441"/>
              </a:buClr>
              <a:buSzPts val="1250"/>
              <a:buFont typeface="Tahoma"/>
              <a:buNone/>
            </a:pPr>
            <a:r>
              <a:rPr b="1" i="0" lang="en-US" sz="1250" u="none" cap="none" strike="noStrike">
                <a:solidFill>
                  <a:srgbClr val="D9A441"/>
                </a:solidFill>
                <a:latin typeface="Tahoma"/>
                <a:ea typeface="Tahoma"/>
                <a:cs typeface="Tahoma"/>
                <a:sym typeface="Tahoma"/>
              </a:rPr>
              <a:t>รวม 19 commit · เขียนเอง 2,800+ บรรทัด · รื้อให้ออนไลน์อีก 1,460+ บรรทัด · บั๊กใหญ่ที่หาต้นตอเจอ 10 ตัว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