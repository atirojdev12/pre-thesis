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 บอกว่าสัปดาห์นี้เกมเล่นได้ครบหนึ่งด่านแล้ว มีล็อบบี้ 3 มิติให้ฝึก มินิเกมและตัวละครสมบูรณ์ขึ้น และผีตัวใหม่ที่จุดขายตั๋วเล่นออนไลน์ได้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สัปดาห์นี้ทีมโปรแกรมมี 2 คน งานแบ่งเป็น 7 ก้อน 3 ก้อนแรกเป็นงานผม 3 ก้อนถัดมาเป็นงานของอติโรจน์ และก้อนสุดท้ายเป็นสคริปต์ผีของนนพัทธ์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อาจารย์อยากเห็นการส่งเกมให้คนอื่นเล่นแล้วเก็บ Feedback ตอนนี้ยังทดสอบเต็มรูปแบบไม่ได้เพราะเพื่อนยังไม่ว่าง แต่ได้ Feedback เบื้องต้นแล้ว 4 ข้อ ล็อบบี้ยังอธิบายไม่พอ รสชาติป๊อปคอร์นแยกไม่ออก และไม่มีภาษาไทย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ตอนนี้เล่นได้ครบหนึ่งด่าน เริ่ม 00:00 ทำ Task ให้ครบทั้ง 2 โซน 06:00 ประตูเรืองแสง หนีให้ทันก่อน 07:00 จบแล้วมีหน้าสรุปผล เงินที่ได้เอาไปซื้อของที่ร้านค้าในล็อบบี้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ล็อบบี้มีตัวละครเดินได้ ซื้อของ ฝึกมินิเกม และกด Ready หรือ Start ที่กระดาน ไอเทมมีกฎชัดเจน ตายแล้วของตกให้เพื่อน รอดแล้วของที่ถือออกมาเป็นของเรา และมีเครื่องมือทดสอบ 2 อย่าง คือแผงโกงกับโหมด Spectate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ไมค์ราคาถูกทำให้เสียงคีย์บอร์ดดัง ผมทำระบบลดเสียงรบกวนและ Noise Gate และมิเตอร์เสียงที่ส่งให้ Server เพื่อให้ผีรู้ว่าใครเสียงดังเกินไป อีกเรื่องคือไฟล์ผีเวอร์ชันเก่าถูก Pull เข้ามาทับ ผมกู้ระบบออนไลน์ของผีกลับมาและรวมฟีเจอร์ใหม่ของนนพัทธ์เข้าไป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บั๊กใหญ่ของสัปดาห์ที่ทีมจัดเป็น Major Bug เครื่องที่ไม่มีไมค์จะลองเปิดไมค์ใหม่ทุกเฟรมจนเกมกระตุก และการอ่านไมค์ยังสร้างขยะหน่วยความจำ 190 KB ต่อวินาที แก้แล้วให้ลองใหม่ทุก 3 วินาที และใช้ Buffer เดิมซ้ำ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งานของอติโรจน์ ตัวละครมีท่าเดินด้านข้างและท่าย่อ กล้องขยับตามการเคลื่อนไหว เพิ่มเสียงเดิน ขณะย่อจะเงียบและผีตรวจจับไม่ได้ และมีระบบชุบเพื่อน กด E ค้างพร้อมแถบความคืบหน้า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มินิเกมป๊อปคอร์นของอติโรจน์ขยายขั้นตอนเตรียมและเสิร์ฟ เพิ่มเมนูเครื่องดื่ม 4 อย่าง ลูกค้าสั่งได้หลายรายการ และซิงก์ความคืบหน้าออเดอร์ระหว่างผู้เล่น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อติโรจน์ทำระบบวางและโยนของ กด Q ค้างเพื่อชาร์จแรง มีแถบแสดงแรง เก็บของกลับได้ และเห็นของที่เพื่อนถือ ระบบนี้ทำให้ส่งวิทยุให้เพื่อนได้จริง และมีชุดตรวจสอบอนิเมชัน การโยน ป๊อปคอร์น และขายตั๋ว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งานของนนพัทธ์ ผีลงโทษที่จุดขายตั๋ว ขายตั๋วผิดผีจะลอยสูงขึ้น ผิดครบ 3 ครั้งผีจะโจมตีคนที่ขายผิด และเห็นภาพตกใจเฉพาะคนนั้น และทำงานออนไลน์ได้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ปัญหาที่ทีมเจอสัปดาห์นี้ ที่ใหญ่คือไฟล์ผีเวอร์ชันเก่าถูก Pull เข้ามาทับ ทำให้ผีพัง และ Build ไม่ผ่านหลัง Merge เพราะ Unity ยังไม่ Compile ไฟล์ใหม่ บทเรียนคือ Pull แล้วต้องรอ Unity Compile และตรวจประวัติ Git ก่อนแก้ระบบ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สรุปงานทั้งหมดของทีมโปรแกรมสัปดาห์นี้ ขอบคุณครับ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13RoH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 Game Programming — สัปดาห์ที่ 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 กันยายน – 4 ตุลาคม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นำเสนอโดย  นาย ก้องกิดากร ช่วยแจ้ง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Head Programmer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ภาพรวมสัปดาห์นี้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ทีมโปรแกรม 2 คน — งานหลัก 7 ก้อน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7178" cy="1234440"/>
          </a:xfrm>
          <a:prstGeom prst="roundRect">
            <a:avLst>
              <a:gd name="adj" fmla="val 592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27048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67128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ของ Head Programmer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138" y="1417320"/>
            <a:ext cx="2567178" cy="1234440"/>
          </a:xfrm>
          <a:prstGeom prst="roundRect">
            <a:avLst>
              <a:gd name="adj" fmla="val 592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90138" y="1527048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81578" y="2167128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สคริปต์ใหม่ของ Head Programmer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1417320"/>
            <a:ext cx="2567178" cy="1234440"/>
          </a:xfrm>
          <a:prstGeom prst="roundRect">
            <a:avLst>
              <a:gd name="adj" fmla="val 592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1636" y="1527048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23076" y="2167128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งานของอติโรจน์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3134" y="1417320"/>
            <a:ext cx="2567178" cy="1234440"/>
          </a:xfrm>
          <a:prstGeom prst="roundRect">
            <a:avLst>
              <a:gd name="adj" fmla="val 592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3134" y="1527048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64574" y="2167128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งานของนนพัทธ์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2852928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ลูปการเล่นทั้งด่าน + หน้าสรุปผล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273552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291840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2735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ล็อบบี้ 3 มิติ ร้านค้า กฎไอเทม และเครื่องมือทดสอบ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64040" y="3273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712464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3730752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7124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เสียง: ลดเสียงรบกวน + มิเตอร์ และกู้ผีออนไลน์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64040" y="37124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151376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169664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88720" y="41513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ตัวละคร: อนิเมชัน เสียงฝีเท้า และการลอบเดิน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64040" y="41513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590288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" y="4608576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3232" y="4608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902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ชุบเพื่อน + มินิเกมป๊อปคอร์นและเครื่องดื่ม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64040" y="4590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5029200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" y="5047488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3232" y="5047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188720" y="5029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ไอเทม การโยน และชุดตรวจสอบ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464040" y="5029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5468112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3232" y="5486400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13232" y="5486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468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ผีลงโทษที่จุดขายตั๋ว (ออนไลน์)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464040" y="5468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นนพัทธ์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คำแนะนำจากอาจารย์สัปดาห์ที่ 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ส่งเกมให้คนอื่นลองเล่น แล้วเก็บ Feedback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กำลังทำ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“ให้ส่งเกมให้คนอื่นทดลองเล่น และเก็บ Feedback จากผู้เล่น”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สถานะตอนนี้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08960"/>
            <a:ext cx="5029200" cy="2862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ยังทดสอบเต็มรูปแบบไม่ได้ — เพื่อนที่จะมาเล่นยังไม่ว่าง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ได้ผลเบื้องต้นจากการลองให้เล่นแล้ว (ขวามือ)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ตัวเกมที่ Build แล้ว เพื่อนเปิดเล่นได้เลยไม่ต้องใช้ Unity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มีโหมด Spectate ดูผู้ทดสอบเล่นได้โดยไม่ต้องเข้าไปเป็นผู้เล่น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45352" y="246888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73952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Feedback ที่ได้แล้ว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3108960"/>
            <a:ext cx="5029200" cy="2862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ดูแค่ในล็อบบี้ ยังเข้าใจยากว่าต้องทำอะไร และอะไรคืออะไร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โซนจำลองในล็อบบี้ยังอธิบายไม่พอ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รสชาติป๊อปคอร์นไม่มีอะไรบอกว่าอันไหนคืออันไหน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ไม่มีภาษาไทยเลย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ลูปการเล่นทั้งด่าน + หน้าสรุปผล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เริ่มด่าน ทำ Task หนี แล้วดูผล ครบในรอบเดียว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00:00 เริ่มคืน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ชม. ในเกม = 2.5 นาที (ตอนทดสอบตั้งให้สั้นลง)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2593238" y="207568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0982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8142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68142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68142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Task ให้ครบ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68142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โซน: บอร์ดป๊อปคอร์น 4 รายการ และบอร์ดตั๋ว 6 รายการ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875581" y="207568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3325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0485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0485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50485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06:00 ประตูเรืองแสง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0485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เปิดเมื่อทุกโซนเสร็จ และถึง 06:00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157923" y="207568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95667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32827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32827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32827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06:00 – 07:00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32827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ผีออกล่า 07:00 ใครยังอยู่ข้างใน = ตาย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rot="5400000">
            <a:off x="9440266" y="207568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78010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170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1517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815170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หน้าสรุปผล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815170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หนีรอด / ตาย / ล้มกี่ครั้ง / Task / เงิน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20040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เงินและผลลัพธ์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3840480"/>
            <a:ext cx="5029200" cy="213055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รอด: จำนวน Task ของตัวเอง × 10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ตาย: ได้ 10 เป็นค่าปลอบใจ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รายชื่อผู้เล่น: ยังเล่นอยู่ / หนีแล้ว / ตาย / ออกไป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ล้มอยู่ได้ 1 ชั่วโมงในเกม ให้เพื่อนมาชุบ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45352" y="320040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73952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ทำไมถึงสำคัญ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428232" y="3840480"/>
            <a:ext cx="5029200" cy="213055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เป็นครั้งแรกที่เกมมีจุดเริ่ม จุดจบ และผลลัพธ์ครบ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เงินที่ได้ เอาไปซื้อของในร้านค้าที่ล็อบบี้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คนที่จบแล้วยังคุยกันได้ แต่ไม่รบกวนคนที่ยังเล่นอยู่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MatchDirector.cs, ZoneTaskList.cs, ExitPoint.cs, MatchHUD.cs, MatchResultsUI.cs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ล็อบบี้ 3 มิติ ร้านค้า กฎไอเทม และเครื่องมือทดสอบ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ก่อนเริ่มเกม ผู้เล่นมีตัวละครเดินในล็อบบี้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ล็อบบี้ + ร้านค้า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3200400" cy="15819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ซื้อวิทยุ 100 ที่ร้านค้า (ไม่ฟรีแล้ว)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จุดฝึกป๊อปคอร์น + ขายตั๋ว ไม่เสียอะไร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ป้ายวิธีเล่น + ป้าย “กด L ปิดไฟ”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4630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กระดานล็อบบี้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103120"/>
            <a:ext cx="3200400" cy="15819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ลูกทีมกด E = Ready, Host กด E = Start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กด E ค้าง 1.5 วิ ที่ชื่อ = เตะ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คนที่ถูกเตะกลับเข้าห้องได้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83296" y="1463040"/>
            <a:ext cx="3557016" cy="2331720"/>
          </a:xfrm>
          <a:prstGeom prst="roundRect">
            <a:avLst>
              <a:gd name="adj" fmla="val 313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1896" y="16002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กฎของไอเทม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2103120"/>
            <a:ext cx="3191256" cy="15819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ตาย = ของตกให้เพื่อนเก็บ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รอด = ของที่ถือออกมาเป็นของเรา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ของซ้ำ = Spare ไว้ส่งให้เพื่อน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ออกกลางด่าน = เสียของเหมือนตาย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แผงโกง F1 (Development Build)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663440"/>
            <a:ext cx="5029200" cy="13075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เงิน, อมตะ, บินทะลุ, ข้ามเวลา, ทำบอร์ดครบ, หยุดผี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คำสั่งที่กระทบทุกคน ส่งให้ Server ตัดสิน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45352" y="402336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3952" y="4160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 Spectate (Development Build)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4663440"/>
            <a:ext cx="5029200" cy="13075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เข้าดูห้องได้แม้ห้องเต็มหรือกำลังเล่น ไม่มีใครเห็น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ตามผู้เล่นด้วย E / Q, กดเมาส์ซ้ายค้างเพื่อพูด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LobbyBuilder.cs, LobbyBoard.cs, ShopUI.cs, PlayerInventory.cs, DevCheatPanel.cs, DevSpectatorCamera.cs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เสียง: ลดเสียงรบกวน + มิเตอร์ และกู้ผีออนไลน์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เสียงพูดสะอาดขึ้น และผีรู้ได้ว่าใครเสียงดังเกินไป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ลดเสียงรบกวน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3200400" cy="38679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ตัดเสียงพัดลม / เสียงซ่า (~12 dB ตอนทดสอบ)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Noise Gate: เสียงคลิกคีย์บอร์ดสั้นกว่า 30 ms ไม่ผ่าน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เปิด/ปิด และปรับระดับได้ในหน้าตั้งค่า (แบบแท็บ)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146304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มิเตอร์เสียง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103120"/>
            <a:ext cx="3200400" cy="38679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MIC = เสียงพูดจริง, GAME = เดิน / วิ่ง / วิทยุ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ส่งให้ Server ~10 ครั้ง/วินาที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ผีในที่มืดรู้ได้ว่าใคร “ดังเกินไป”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83296" y="1463040"/>
            <a:ext cx="3557016" cy="4617720"/>
          </a:xfrm>
          <a:prstGeom prst="roundRect">
            <a:avLst>
              <a:gd name="adj" fmla="val 205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1896" y="16002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กู้ผีออนไลน์ (1 ต.ค.)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2103120"/>
            <a:ext cx="3191256" cy="38679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ไฟล์ผีเวอร์ชันเล่นคนเดียวถูก Pull เข้ามาทับ: ผี 2 ตัว ไฟดับแค่ Host ไม่มีดาเมจ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กู้ Multiplayer ของ Week 4 กลับมา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รวมฟีเจอร์ใหม่ของนนพัทธ์: เข้าใกล้ 3 ม. หรือเสียงดัง = ผีรู้ตัว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VoiceNoiseProcessor.cs, PlayerNoise.cs, NoiseMeterHUD.cs, GhostManager.cs, TimedGhost.cs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บั๊กใหญ่ของสัปดาห์: ไมค์ทำเกมกระตุก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ทีมจัดเป็น Major Bug — เจอตอนตรวจโค้ดทั้งโปรเจค แก้แล้ว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ผู้เล่นเจออะไร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3200400" cy="22677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ไม่มีไมค์ / ไมค์ถูก Windows บล็อก / แอปอื่นใช้ไมค์อยู่ → เกมกระตุกทั้งด่าน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มีไมค์ปกติก็ยังสะดุดเป็นพัก 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14630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สาเหตุ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103120"/>
            <a:ext cx="3200400" cy="22677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เปิดไมค์ไม่ติด → ลองใหม่ทุกเฟรม (60+ ครั้ง/วินาที)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อ่านไมค์ทีไรสร้าง Array ใหม่ ~190 KB/วินาที → Garbage Collector หยุดเกม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83296" y="1463040"/>
            <a:ext cx="3557016" cy="3017520"/>
          </a:xfrm>
          <a:prstGeom prst="roundRect">
            <a:avLst>
              <a:gd name="adj" fmla="val 2424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1896" y="16002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วิธีแก้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2103120"/>
            <a:ext cx="3191256" cy="22677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ลองเปิดไมค์ใหม่ทุก 3 วินาที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อ่านไมค์ทีละ 256 ค่า ใช้ Buffer เดิมซ้ำ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ขยะหน่วยความจำ 0 byte ต่อเฟรม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5408676" cy="1234440"/>
          </a:xfrm>
          <a:prstGeom prst="roundRect">
            <a:avLst>
              <a:gd name="adj" fmla="val 592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18888"/>
            <a:ext cx="5408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60+ → 0.33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458968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ครั้งที่ลองเปิดไมค์ / วินาที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1636" y="4709160"/>
            <a:ext cx="5408676" cy="1234440"/>
          </a:xfrm>
          <a:prstGeom prst="roundRect">
            <a:avLst>
              <a:gd name="adj" fmla="val 592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31636" y="4818888"/>
            <a:ext cx="5408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~190 KB → 0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323076" y="5458968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ขยะหน่วยความจำ / วินาที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ตัวละคร: อนิเมชัน เสียงฝีเท้า และการชุบเพื่อน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ตัวละครดูเป็นธรรมชาติขึ้น ลอบเดินได้จริง และช่วยเพื่อนที่ล้มได้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ผู้เล่นและอนิเมชัน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3200400" cy="19933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ปรับการเคลื่อนไหวและการเปลี่ยนท่าทาง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เพิ่มท่าเดินด้านข้าง และท่าย่อ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ปรับกล้องให้สัมพันธ์กับการเคลื่อนไหว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5968" y="14630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เสียงฝีเท้าและการลอบเดิน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103120"/>
            <a:ext cx="3200400" cy="19933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เพิ่มเสียงเดิน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ปรับปุ่มย่อ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ขณะย่อ: ไม่มีเสียงฝีเท้า และไม่มีค่าเสียงเดินที่ระบบเกม (ผี) นำไปตรวจจับ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83296" y="1463040"/>
            <a:ext cx="3557016" cy="2743200"/>
          </a:xfrm>
          <a:prstGeom prst="roundRect">
            <a:avLst>
              <a:gd name="adj" fmla="val 266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1896" y="16002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ชุบเพื่อนและสถานะตาย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2103120"/>
            <a:ext cx="3191256" cy="19933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E ค้างที่เพื่อนที่ล้ม เพื่อชุบ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ปรับระยะและมุมให้ใช้ง่ายขึ้น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 + แถบความคืบหน้าติดตามตัวเพื่อน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ร่างผู้เล่นที่ตายไม่ชนกับใคร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91672" cy="1645920"/>
          </a:xfrm>
          <a:prstGeom prst="roundRect">
            <a:avLst>
              <a:gd name="adj" fmla="val 4444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7200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เชื่อมกับงานส่วนอื่น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074920"/>
            <a:ext cx="10725912" cy="8961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ย่อแล้วค่าเสียงเดินเป็น 0 → มิเตอร์เสียง GAME ไม่ขึ้น และผีในที่มืดไม่ได้ยิน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ชุบเพื่อนได้ภายในเวลาที่เพื่อนล้มอยู่ (1 ชั่วโมงในเกม) — ถ้าไม่ทันเพื่อนจะตาย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PlayerMovement.cs, FirstPersonCamera.cs, PlayerFootsteps.cs, PlayerInteractor.Revival.cs, PlayerHealth.cs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มินิเกมป๊อปคอร์นและเครื่องดื่ม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ขั้นตอนเตรียมและเสิร์ฟครบขึ้น เล่นด้วยกันหลายคนได้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32888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3852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รับออเดอร์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ลูกค้าสั่งได้หลายรายการ และรายการซ้ำ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3163824" y="207568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1463040"/>
            <a:ext cx="2532888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38728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38728" y="193852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เตรียมของ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2267712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ถังป๊อปคอร์น / แก้ว ตักจากแทงก์ ใส่รส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016752" y="207568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463040"/>
            <a:ext cx="2532888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1656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91656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193852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เครื่องดื่ม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2267712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เมนูใหม่: น้ำเปล่า, แฟนต้า, น้ำส้ม, เป๊ปซี่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8869680" y="207568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07424" y="1463040"/>
            <a:ext cx="2532888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44584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44584" y="193852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เสิร์ฟ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244584" y="2267712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ส่งของให้ลูกค้า (ลูกค้าผีต้องใส่ Ghost Favor)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200400"/>
            <a:ext cx="11091672" cy="2880360"/>
          </a:xfrm>
          <a:prstGeom prst="roundRect">
            <a:avLst>
              <a:gd name="adj" fmla="val 254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33756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ออนไลน์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840480"/>
            <a:ext cx="10725912" cy="213055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ซิงก์ความคืบหน้าออเดอร์ระหว่างผู้เล่น — หลายคนช่วยกันทำออเดอร์เดียวกันได้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แทงก์ป๊อปคอร์นหมดแล้วต้องทำป๊อปคอร์นเติม (เครื่องทำป๊อปคอร์น)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จุดฝึกในล็อบบี้ใช้ระบบเดียวกันนี้ (ไม่ได้เงิน ไม่โดนดาเมจ)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PopcornMinigameBootstrap.cs, PopcornNetSync.cs, PopcornOrderState.cs, PopcornPreparation.cs, PopcornRecipe.cs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ไอเทม การโยน และชุดตรวจสอบ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ส่งของให้เพื่อนได้จริง และมีชุดทดสอบช่วยกันระบบพัง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ระบบไอเทมและการโยน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5029200" cy="19933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Q = วางของ, กด Q ค้าง = ชาร์จแรงโยน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แถบแสดงแรงโยน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ของที่ตกพื้น กด E หยิบกลับได้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ปรับโมเดลวิทยุ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ผู้เล่นเห็นของที่เพื่อนถืออยู่ในมือ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5352" y="14630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การตรวจสอบระบบ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2103120"/>
            <a:ext cx="5029200" cy="19933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เพิ่มและปรับชุดตรวจสอบ: อนิเมชัน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การโยนไอเทม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ป๊อปคอร์น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ขายตั๋ว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แนวทางทดสอบการชุบเพื่อนระหว่าง Host และ Client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91672" cy="1645920"/>
          </a:xfrm>
          <a:prstGeom prst="roundRect">
            <a:avLst>
              <a:gd name="adj" fmla="val 4444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57200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เชื่อมกับงานส่วนอื่น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74920"/>
            <a:ext cx="10725912" cy="8961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ของที่ตกตอนผู้เล่นตาย ใช้ระบบหยิบของชุดเดียวกัน — เพื่อนเก็บต่อได้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ส่งวิทยุ (หรือ Spare) ให้เพื่อนได้ด้วยการโยน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PlayerItemThrow.cs, ThrowChargeHUD.cs, WorldInventoryItem.cs, PlayerHeldItems.cs, WalkieTalkieVisual.cs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ผีลงโทษที่จุดขายตั๋ว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ขายตั๋วผิด = ผีตัวใหม่ลอยสูงขึ้นทุกครั้ง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นนพัทธ์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32888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3852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ผีเกิดที่จุดขายตั๋ว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เป็นคนสร้าง (เล่นออนไลน์ได้)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3163824" y="207568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1463040"/>
            <a:ext cx="2532888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38728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38728" y="193852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ขายตั๋วผิด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2267712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ผีลอยสูงขึ้นทีละขั้น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016752" y="207568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463040"/>
            <a:ext cx="2532888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1656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91656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193852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ผิดครบ (ค่าเริ่มต้น 3 ครั้ง)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2267712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ผีโจมตีคนที่ขายผิด + ภาพตกใจเฉพาะคนนั้น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8869680" y="207568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07424" y="1463040"/>
            <a:ext cx="2532888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44584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44584" y="193852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เกิดใหม่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244584" y="2267712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ผีตัวใหม่มาแทนหลังจากนั้น 2 วินาที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200400"/>
            <a:ext cx="11091672" cy="2880360"/>
          </a:xfrm>
          <a:prstGeom prst="roundRect">
            <a:avLst>
              <a:gd name="adj" fmla="val 254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33756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ผีและระบบออนไลน์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840480"/>
            <a:ext cx="10725912" cy="213055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เชื่อมผีตัวใหม่เข้ากับ Multiplayer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การเกิด การเคลื่อนที่ การโจมตี และภาพตกใจ ทำงานสัมพันธ์กับผู้ขายที่ทำผิด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TicketGhostSpawner.cs, TicketPunisherGhost.cs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ปัญหาที่เจอและวิธีแก้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หาสาเหตุให้เจอก่อน แล้วค่อยแก้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56616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ปัญหา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สาเหตุ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วิธีแก้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ผีพังหลัง Pull: ผี 2 ตัว ไฟดับแค่ Host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ไฟล์ผีเวอร์ชันเล่นคนเดียวเข้ามาทับ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กู้ระบบออนไลน์ของผี + รวมฟีเจอร์ใหม่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ถูกเตะแล้วตัวละครค้าง เข้าใหม่มีผู้เล่นซ้ำ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EOS ตัดการเชื่อมต่อแต่ไม่แจ้ง Mirror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แก้ EOS Transport ให้แจ้ง Mirror ทุกครั้ง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Spectate มองไม่เห็นผู้เล่น แต่ได้ยินเสียง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Mirror ส่งของในฉากให้เฉพาะคนที่มีตัวละคร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ส่งของทั้งหมดให้ Spectate ตอนโหลดฉากเสร็จ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ผีตบคนที่ล้ม ไม่มีดาเมจ เสียรอบผีฟรี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ผีเช็คแค่คนตาย ไม่เช็คคนล้ม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ผีไม่ไล่ / ไม่ตบคนที่ล้ม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Build ไม่ผ่านหลัง Merge (script layout)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Unity ไม่ Compile ไฟล์ที่มาใหม่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เปิดโปรเจคใหม่ให้ Compile ก่อน Build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 Game Programming ทั้งหมดสัปดาห์นี้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 กันยายน – 4 ตุลาคม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27048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17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ลูปการเล่นทั้งด่าน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4173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00:00 – 07:00, บอร์ด Task, ประตูทางออก, หน้าสรุปผลและเงิน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46404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167128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057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ล็อบบี้ 3 มิติ + กฎไอเทม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0574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ร้านค้า, จุดฝึก, กระดาน, เตะผู้เล่น, ของตกเมื่อตาย, Spare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464040" y="2057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2807208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 + ผีออนไลน์ + เครื่องมือทดสอบ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6974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Noise Gate, มิเตอร์เสียง, กู้ผี, แผงโกง F1, Spectate, Major Bug ไมค์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447288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337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ตัวละคร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33375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ท่าเดินด้านข้าง/ย่อ, เสียงฝีเท้า, ย่อแล้วเงียบ, ชุบเพื่อน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46404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4087368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ป๊อปคอร์นและเครื่องดื่ม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39776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เมนูเครื่องดื่ม, สั่งหลายรายการ, ซิงก์ออเดอร์ระหว่างผู้เล่น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464040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61772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4727448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4617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ไอเทมและการโยน + ชุดตรวจสอบ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617720" y="46177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ชาร์จแรงโยน, หยิบกลับ, เห็นของที่เพื่อนถือ, ชุดทดสอบ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464040" y="4617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25780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5367528"/>
            <a:ext cx="329184" cy="329184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188720" y="5257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ผีลงโทษที่จุดขายตั๋ว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617720" y="5257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ขายผิดครบ (ค่าเริ่มต้น 3 ครั้ง) = ผีโจมตีคนที่ขายผิด, เล่นออนไลน์ได้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464040" y="5257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นนพัทธ์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Head Programmer 21 commit · 15 สคริปต์ใหม่ · อติโรจน์ 6 งาน · นนพัทธ์ 1 งาน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13RoH — สรุปงาน Game Programming สัปดาห์ที่ 6</dc:title>
  <dc:subject>PptxGenJS Presentation</dc:subject>
  <dc:creator>Kongkidakorn Chuayjang</dc:creator>
  <cp:lastModifiedBy>Kongkidakorn Chuayjang</cp:lastModifiedBy>
  <cp:revision>1</cp:revision>
  <dcterms:created xsi:type="dcterms:W3CDTF">2026-10-03T13:45:37Z</dcterms:created>
  <dcterms:modified xsi:type="dcterms:W3CDTF">2026-10-03T13:45:37Z</dcterms:modified>
</cp:coreProperties>
</file>