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 บอกว่าสัปดาห์นี้งานโปรแกรมทำให้เกมเล่นออนไลน์ได้ครบตั้งแต่เปิดเกม และ Task ในโซนแรกเล่นได้มากขึ้น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บอกว่าสัปดาห์นี้แบ่งงานเป็น 6 ก้อน 3 ก้อนแรกเป็นงานผม 3 ก้อนหลังเป็นงานของอติโรจน์ จะได้ไม่สับสนตอนอธิบายสไลด์ถัดไป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สัปดาห์ที่แล้วอาจารย์ขอให้เห็นผู้เล่น 2 คนเล่นพร้อมกัน วันที่ 24 เราทดสอบออนไลน์ 2 คนแล้ว วันที่ 25 ทดสอบเพิ่มเป็น 3 เครื่องพร้อมระบบเสียงพูด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เน้นว่าตอนนี้เพื่อนเปิดตัวเกมแล้วเข้าห้องเล่นกันเองได้ ไม่ต้องเปิด Unity และเมนู Esc ไม่หยุดเกมเพราะเป็นเกมออนไลน์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ไมค์เปิดตลอดเพราะเป็นเกมสยองขวัญ ปิดได้เฉพาะตอนเปิดเมนู Esc ระบบเสียงของ Epic ส่งเสียงให้เกมไม่ได้ ผมเลยส่งเสียงผ่าน Mirror เอง Host เป็นคนตัดสินว่าใครได้ยิน แล้วเล่นเสียงแบบ 3D จากปากตัวละคร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เมื่อผู้เล่นแยกกันไปทำ Task คนละที่ ก็ยังคุยกันได้ด้วยวิทยุสื่อสาร ถือวิทยุในมือ เปิดเครื่อง แล้วกดเมาส์ซ้ายค้าง วิทยุอยู่ใน Hotbar ใหม่ 4 ช่อง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ให้เครดิตอติโรจน์ มินิเกมขายตั๋วซิงก์ใน Multiplayer แล้ว และมีชุดทดสอบกันของเดิมพัง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เวอร์ชันแรกกดปุ่ม Make ก็ได้ของเลย เวอร์ชันนี้ต้องหยิบภาชนะ กด E ค้าง 3 วินาที และลูกค้าผีต้องเติม Ghost Favor ก่อนเสิร์ฟ เป็นงานของอติโรจน์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อติโรจน์แยกฉากเกมเพลย์ออกมาเป็น Cinema_GamePlay ใส่ NavMesh แก้ Animation ผู้เล่น และเพิ่มชุดทดสอบอัตโนมัติ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ปัญหาที่ยากที่สุดคือเสียง ต่อห้องเสียงได้แต่ไม่มีใครได้ยิน เพราะ SDK เวอร์ชันนี้ไม่ส่งเสียงให้เกม ผมเลยส่งเสียงผ่าน Mirror เอง ซึ่งทำให้ได้เสียง 3D และวิทยุด้วย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ไล่ทีละข้อสั้น ๆ พร้อมบอกชื่อคนทำ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13RoH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 Game Programming — สัปดาห์ที่ 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– 27 กันยายน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นำเสนอโดย  นาย ก้องกิดากร ช่วยแจ้ง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047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ภาพรวมสัปดาห์นี้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ทีมโปรแกรม 2 คน — งานหลัก 6 ก้อน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105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ของ Head Programmer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8105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ของอติโรจน์ (+1 merge)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8105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ไฟล์ใหม่ของ Head Programmer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1051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เครื่องที่ทดสอบออนไลน์พร้อมกัน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เมนูหลัก ห้องรอ และการตั้งค่า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858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ระบบเสียงพูดระยะใกล้แบบ 3D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3342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 (Walkie-Talkie) และ Hotbar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3342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80974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8097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มินิเกมขายตั๋ว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097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285232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285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มินิเกมป๊อปคอร์นเวอร์ชันใหม่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52852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760720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ฉากเกมเพลย์ ผู้เล่น และชุดทดสอบอัตโนมัติ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คำแนะนำจากอาจารย์สัปดาห์ที่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ทำเสร็จแล้วในสัปดาห์นี้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ทีมโปรแกรม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“ให้ผู้เล่น 2 คนเล่นพร้อมกัน และทำ Task ด้วยกัน”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785616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20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ก.ย.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520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ทดสอบออนไลน์ 2 คนด้วยตัวเกมที่ Build แล้ว (เปิดนอก Unity) เล่นพร้อมกันในด่านเดียวกัน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928616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663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ก.ย.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46634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ทดสอบเพิ่ม: 3 เครื่องออนไลน์พร้อมกัน และคุยกันด้วยระบบเสียงพูด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เมนูหลัก ห้องรอ และการตั้งค่า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เปิดเกมแล้วสร้างห้อง หาห้อง และเข้าเล่นกับเพื่อนได้เอง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ทำอะไร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6888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สร้างห้อง: เลือกแผนที่ ความยาก ผู้เล่น 1 – 6 คน ห้องสาธารณะหรือห้องส่วนตัวมีรหัสผ่าน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ค้นหาห้อง: แสดงห้องที่เปิดอยู่จริงบน EOS บอกว่าล็อก เต็ม หรือกำลังเล่น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เข้าห้องด่วน: เข้าห้องสาธารณะห้องแรกที่ว่าง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ห้องรอ: ผู้เล่นกด Ready แล้ว Host กด Start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 Esc และการตั้งค่า: ความสว่าง เสียงแยก 4 หมวด เปลี่ยนปุ่มได้ กด Apply ถึงจะบันทึก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1947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ทำไมถึงสำคัญ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468880"/>
            <a:ext cx="4663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เพื่อนเปิดตัวเกมที่ Build แล้วเข้าห้องได้เอง ไม่ต้องเปิด Unity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ตรวจรหัสผ่านหลังเชื่อมต่อ รหัสไม่ถูกเก็บไว้บน EOS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ออกจากห้องแล้วปิดห้อง EOS ด้วย ไม่มีห้องค้างในรายการ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เกมออนไลน์หยุดเวลาไม่ได้ — เมนู Esc จึงแค่ล็อกการควบคุมของเรา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สร้างเมนูทั้งหมดได้ในคลิกเดียวจาก Editor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MainMenuController.cs, RoomBrowserPanel.cs, WaitingLobbyController.cs, RoomPasswordAuthenticator.cs, PauseMenuController.cs, SettingsPanel.cs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ระบบเสียงพูดระยะใกล้ (3D)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ได้ยินเพื่อนจากตำแหน่งที่เพื่อนยืนอยู่จริง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ไมค์เปิดตลอด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ปิดเฉพาะตอนเปิดเมนู Esc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468880"/>
            <a:ext cx="338328" cy="274320"/>
          </a:xfrm>
          <a:prstGeom prst="rightArrow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88" y="1920240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บีบอัดเสียง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ส่งเฉพาะตอนที่พูด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16168" y="2468880"/>
            <a:ext cx="338328" cy="274320"/>
          </a:xfrm>
          <a:prstGeom prst="rightArrow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4536" y="1920240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745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74536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Host ตัดสิน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74536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ใครอยู่ใกล้พอ ใครมีวิทยุ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14816" y="2468880"/>
            <a:ext cx="338328" cy="274320"/>
          </a:xfrm>
          <a:prstGeom prst="rightArrow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44584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73184" y="1920240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7318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73184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เล่นเสียง 3D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73184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ดังออกมาจากปากตัวละคร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 25 เมตร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เสียงเบาลงตามระยะ และแยกซ้าย-ขวาได้ เหมือนชีวิตจริง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7680" y="3749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~65 kbit/s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ต่อคนที่กำลังพูด ตอนเงียบไม่ส่งอะไรเลย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46720" y="3749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21040" y="3886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ตัดสิน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ที่ถูกแก้ไข โกงระยะหรือวิทยุไม่ได้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EOS SDK เวอร์ชันที่ใช้ไม่ส่งเสียงให้ตัวเกม จึงส่งเสียงผ่าน Mirror เอง  ·  ไฟล์: VoiceNetwork.cs, VoiceCodec.cs, VoiceChatManager.cs, VoicePlayback.cs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วิทยุสื่อสารและ Hotbar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คุยกับทีมได้ทุกระยะ แม้แยกกันไปทำ Task คนละที่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 (Walkie-Talkie)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ถือวิทยุในมือและเปิดเครื่อง แล้วกดเมาส์ซ้ายค้างเพื่อพูด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ทุกคนที่พกวิทยุที่เปิดอยู่จะได้ยิน ไม่จำกัดระยะ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มีเสียงฟิลเตอร์วิทยุ และเสียง “แกรก” ตอนกดพูด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เมาส์ขวา = เปิด/ปิดเครื่อง เปลี่ยนปุ่มได้ในหน้าตั้งค่า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Hotbar 4 ช่อง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2514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3A1B19"/>
          </a:solidFill>
          <a:ln w="25400">
            <a:solidFill>
              <a:srgbClr val="C43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108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ในมือ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26680" y="2514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5110F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3108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กระเป๋า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2514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5110F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108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กระเป๋า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95560" y="251460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15110F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9556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0195560" y="3108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กระเป๋า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79476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1 = ของในมือ, ช่อง 2–4 = ของในกระเป๋า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เปลี่ยนด้วยปุ่ม 1–4 หรือลูกกลิ้งเมาส์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ของแต่ละชนิดมีได้ 1 ชิ้น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เป็นคนคุมข้อมูล (SyncList)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WalkieTalkieController.cs, PlayerInventory.cs, HotbarHUD.cs, ItemCatalog.cs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มินิเกมขายตั๋ว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Ticket Zone — 23 ก.ย.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476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ทำอะไรได้แล้ว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ระบบขายตั๋ว และซิงก์ตั๋วใน Multiplayer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ปุ่มขายตั๋ว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วัสดุ (Material) แยกลูกค้าผีกับลูกค้ามนุษย์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ชุดทดสอบ Regression กันของเดิมพังเวลาแก้โค้ด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TicketMinigame.cs, TicketNetSync.cs, TicketSellButton.cs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มินิเกมป๊อปคอร์นเวอร์ชันใหม่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ปรับครั้งใหญ่ — 24 – 25 ก.ย.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หยิบภาชนะ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ถังป๊อปคอร์น หรือแก้วน้ำ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2468880"/>
            <a:ext cx="338328" cy="274320"/>
          </a:xfrm>
          <a:prstGeom prst="rightArrow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5888" y="1920240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75888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E ค้าง 3 วิ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ตักรส Cheese / BBQ / Paprika หรือกดน้ำ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16168" y="2468880"/>
            <a:ext cx="338328" cy="274320"/>
          </a:xfrm>
          <a:prstGeom prst="rightArrow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74536" y="1920240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745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74536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 Ghost Favor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74536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เฉพาะลูกค้าผี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14816" y="2468880"/>
            <a:ext cx="338328" cy="274320"/>
          </a:xfrm>
          <a:prstGeom prst="rightArrow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44584" y="173736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73184" y="1920240"/>
            <a:ext cx="384048" cy="384048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7318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73184" y="2423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เสิร์ฟ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473184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ถูกได้แต้ม ผิดกับผีเสียเลือด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3886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สิ่งที่เพิ่มเข้ามา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4389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สูตรป๊อปคอร์น ขั้นตอนเตรียม จุดบริการ และการซิงก์เครือข่าย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Highlight เส้นขอบสิ่งที่โต้ตอบได้ เวลามองไปที่วัตถุ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ระบบกู้คืน Ghost Favor และแก้การเกิดและรูปลักษณ์ของลูกค้า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ไฟล์: PopcornPreparation.cs, PopcornRecipe.cs, PopcornStation.cs, GhostFavorRecovery.cs, InteractionOutline.cs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ฉากเกมเพลย์ ผู้เล่น และชุดทดสอบ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Cinema_GamePlay — 24 – 25 ก.ย.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ฉากเกมเพลย์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Gameplay ไปอยู่ใน Scene Cinema_GamePlay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NavMesh และปรับ Build Settings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ปรับตำแหน่งการเกิดและองค์ประกอบในฉาก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ผู้เล่น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4688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Animation และการเคลื่อนไหวของผู้เล่น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แก้บั๊กของผู้เล่นและฉากเพิ่มเติม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เพิ่มฟอนต์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ชุดทดสอบอัตโนมัติ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4688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 Scene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ทดสอบลูกค้า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 Animation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03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ชุดทดสอบอัตโนมัติช่วยให้แก้โค้ดแล้วรู้ทันทีว่าของเดิมยังทำงาน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ปัญหาที่เจอและวิธีแก้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หาสาเหตุให้เจอก่อน แล้วค่อยแก้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0" y="502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49040"/>
                <a:gridCol w="40233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ปัญหา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4302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วิธีแก้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1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Unity ค้างตอน Host กดจบเกม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Host หยุดและโหลดเมนูในเฟรมเดียวกัน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หยุด Host ก่อน แล้วโหลดเมนูหลังจากนั้น 2 เฟรม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ระบบเสียง EOS เปิดไม่ติด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ขาดการตั้งค่าเสียงของ Windows (XAudio)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เพิ่มค่า XAudio และมีทางสำรองถ้าเปิดเสียงไม่ได้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ต่อกันได้ แต่ไม่มีใครได้ยินใคร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EOS SDK เวอร์ชันที่ใช้ไม่ส่งเสียงให้ตัวเกม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ส่งเสียงผ่าน Mirror เอง → ได้ทั้งเสียง 3D และวิทยุ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เสียงเบาและขาด ๆ หาย ๆ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ไมค์ USB เสียงเบา และจังหวะเน็ตไม่สม่ำเสมอ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 Gain, Jitter Buffer และเล่นเสียงแบบลื่น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ไฟล์ตั้งค่า ProBuilder พัง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Commit ไฟล์ขึ้นไปแค่บางบรรทัด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EFE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สร้างไฟล์ใหม่ และตั้งกติกาทีม: Commit ทั้งไฟล์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F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1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สรุปงาน Game Programming ทั้งหมดสัปดาห์นี้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– 27 กันยายน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4650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916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เมนูหลักและระบบห้อง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6916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69164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สร้างห้อง / หาห้อง / เข้าห้องด่วน และห้องส่วนตัวที่ Host ตรวจรหัสผ่าน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9514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240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ห้องรอ เมนู Esc และการตั้งค่า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240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24028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Ready / Start, End match ของ Host, ความสว่าง, เสียงแยก 4 หมวด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84378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7889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เสียงพูด 3D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27889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78892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ไมค์เปิดตลอด ได้ยินตามระยะ 25 เมตร และ Server เป็นคนตัดสิน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39242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3375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วิทยุสื่อสาร + Hotbar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86200" y="33375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ก้องกิดากร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33756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คุยได้ไม่จำกัดระยะ, Hotbar 4 ช่อง, เปลี่ยนปุ่มได้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394106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3886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มินิเกมขายตั๋ว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886200" y="38862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388620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ขายตั๋วและซิงก์ใน Multiplayer พร้อมชุดทดสอบ Regression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448970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44348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มินิเกมป๊อปคอร์นเวอร์ชันใหม่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886200" y="44348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394960" y="443484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สูตร ขั้นตอนเตรียม จุดบริการ Highlight และ Ghost Favor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98348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503834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8368" y="5038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188720" y="4983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ฉากเกมเพลย์และผู้เล่น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886200" y="49834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อติโรจน์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394960" y="498348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Cinema_GamePlay, NavMesh, ตำแหน่งเกิด, Animation และชุดทดสอบ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5532120"/>
            <a:ext cx="11155680" cy="475488"/>
          </a:xfrm>
          <a:prstGeom prst="roundRect">
            <a:avLst>
              <a:gd name="adj" fmla="val 15385"/>
            </a:avLst>
          </a:prstGeom>
          <a:solidFill>
            <a:srgbClr val="241C1A"/>
          </a:solidFill>
          <a:ln w="12700">
            <a:solidFill>
              <a:srgbClr val="3A2F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" y="5586984"/>
            <a:ext cx="365760" cy="365760"/>
          </a:xfrm>
          <a:prstGeom prst="ellipse">
            <a:avLst/>
          </a:prstGeom>
          <a:solidFill>
            <a:srgbClr val="C4302B"/>
          </a:solidFill>
          <a:ln w="12700">
            <a:solidFill>
              <a:srgbClr val="C4302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8368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321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ทดสอบออนไลน์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3886200" y="5532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ทีมโปรแกรม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394960" y="5532120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F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 2 คนตามที่อาจารย์ขอ และ 3 เครื่องพร้อมกัน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0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Head Programmer 10 commit · อติโรจน์ 8 commit + 1 merge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13RoH — สรุปงาน Game Programming สัปดาห์ที่ 5</dc:title>
  <dc:subject>PptxGenJS Presentation</dc:subject>
  <dc:creator>นาย ก้องกิดากร ช่วยแจ้ง</dc:creator>
  <cp:lastModifiedBy>นาย ก้องกิดากร ช่วยแจ้ง</cp:lastModifiedBy>
  <cp:revision>1</cp:revision>
  <dcterms:created xsi:type="dcterms:W3CDTF">2026-09-26T13:01:27Z</dcterms:created>
  <dcterms:modified xsi:type="dcterms:W3CDTF">2026-09-26T13:01:27Z</dcterms:modified>
</cp:coreProperties>
</file>